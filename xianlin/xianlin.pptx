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78" r:id="rId8"/>
    <p:sldId id="260" r:id="rId9"/>
    <p:sldId id="261" r:id="rId10"/>
    <p:sldId id="262" r:id="rId11"/>
    <p:sldId id="263" r:id="rId12"/>
    <p:sldId id="279" r:id="rId13"/>
    <p:sldId id="274" r:id="rId14"/>
    <p:sldId id="264" r:id="rId15"/>
    <p:sldId id="265" r:id="rId16"/>
    <p:sldId id="266" r:id="rId17"/>
    <p:sldId id="267" r:id="rId18"/>
    <p:sldId id="268" r:id="rId19"/>
    <p:sldId id="270" r:id="rId20"/>
    <p:sldId id="271" r:id="rId21"/>
    <p:sldId id="272" r:id="rId22"/>
    <p:sldId id="276" r:id="rId23"/>
  </p:sldIdLst>
  <p:sldSz cx="12192000" cy="6858000"/>
  <p:notesSz cx="6858000" cy="12192000"/>
  <p:embeddedFontLst>
    <p:embeddedFont>
      <p:font typeface="MiSans" panose="00000500000000000000" pitchFamily="34" charset="-122"/>
      <p:regular r:id="rId27"/>
    </p:embeddedFont>
    <p:embeddedFont>
      <p:font typeface="MiSans" panose="00000500000000000000" pitchFamily="34" charset="-120"/>
      <p:regular r:id="rId28"/>
    </p:embeddedFont>
    <p:embeddedFont>
      <p:font typeface="Calibri" panose="020F0502020204030204" charset="0"/>
      <p:regular r:id="rId29"/>
      <p:bold r:id="rId30"/>
      <p:italic r:id="rId31"/>
      <p:boldItalic r:id="rId32"/>
    </p:embeddedFont>
    <p:embeddedFont>
      <p:font typeface="微软雅黑" panose="020B0503020204020204" charset="-122"/>
      <p:regular r:id="rId33"/>
    </p:embeddedFont>
    <p:embeddedFont>
      <p:font typeface="等线" panose="02010600030101010101" charset="-122"/>
      <p:regular r:id="rId3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4" Type="http://schemas.openxmlformats.org/officeDocument/2006/relationships/font" Target="fonts/font8.fntdata"/><Relationship Id="rId33" Type="http://schemas.openxmlformats.org/officeDocument/2006/relationships/font" Target="fonts/font7.fntdata"/><Relationship Id="rId32" Type="http://schemas.openxmlformats.org/officeDocument/2006/relationships/font" Target="fonts/font6.fntdata"/><Relationship Id="rId31" Type="http://schemas.openxmlformats.org/officeDocument/2006/relationships/font" Target="fonts/font5.fntdata"/><Relationship Id="rId30" Type="http://schemas.openxmlformats.org/officeDocument/2006/relationships/font" Target="fonts/font4.fntdata"/><Relationship Id="rId3" Type="http://schemas.openxmlformats.org/officeDocument/2006/relationships/slide" Target="slides/slide1.xml"/><Relationship Id="rId29" Type="http://schemas.openxmlformats.org/officeDocument/2006/relationships/font" Target="fonts/font3.fntdata"/><Relationship Id="rId28" Type="http://schemas.openxmlformats.org/officeDocument/2006/relationships/font" Target="fonts/font2.fntdata"/><Relationship Id="rId27" Type="http://schemas.openxmlformats.org/officeDocument/2006/relationships/font" Target="fonts/font1.fntdata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8.png"/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image" Target="../media/image6.jpe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tags" Target="../tags/tag6.xml"/><Relationship Id="rId7" Type="http://schemas.openxmlformats.org/officeDocument/2006/relationships/tags" Target="../tags/tag5.xml"/><Relationship Id="rId6" Type="http://schemas.openxmlformats.org/officeDocument/2006/relationships/tags" Target="../tags/tag4.xml"/><Relationship Id="rId5" Type="http://schemas.openxmlformats.org/officeDocument/2006/relationships/tags" Target="../tags/tag3.xml"/><Relationship Id="rId4" Type="http://schemas.openxmlformats.org/officeDocument/2006/relationships/tags" Target="../tags/tag2.xml"/><Relationship Id="rId3" Type="http://schemas.openxmlformats.org/officeDocument/2006/relationships/tags" Target="../tags/tag1.xml"/><Relationship Id="rId2" Type="http://schemas.openxmlformats.org/officeDocument/2006/relationships/image" Target="../media/image9.png"/><Relationship Id="rId10" Type="http://schemas.openxmlformats.org/officeDocument/2006/relationships/notesSlide" Target="../notesSlides/notesSlide4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12.xml"/><Relationship Id="rId8" Type="http://schemas.openxmlformats.org/officeDocument/2006/relationships/tags" Target="../tags/tag11.xml"/><Relationship Id="rId7" Type="http://schemas.openxmlformats.org/officeDocument/2006/relationships/tags" Target="../tags/tag10.xml"/><Relationship Id="rId6" Type="http://schemas.openxmlformats.org/officeDocument/2006/relationships/tags" Target="../tags/tag9.xml"/><Relationship Id="rId5" Type="http://schemas.openxmlformats.org/officeDocument/2006/relationships/image" Target="../media/image9.png"/><Relationship Id="rId4" Type="http://schemas.openxmlformats.org/officeDocument/2006/relationships/tags" Target="../tags/tag8.xml"/><Relationship Id="rId3" Type="http://schemas.openxmlformats.org/officeDocument/2006/relationships/image" Target="../media/image11.jpeg"/><Relationship Id="rId2" Type="http://schemas.openxmlformats.org/officeDocument/2006/relationships/tags" Target="../tags/tag7.xml"/><Relationship Id="rId12" Type="http://schemas.openxmlformats.org/officeDocument/2006/relationships/notesSlide" Target="../notesSlides/notesSlide6.xml"/><Relationship Id="rId11" Type="http://schemas.openxmlformats.org/officeDocument/2006/relationships/slideLayout" Target="../slideLayouts/slideLayout1.xml"/><Relationship Id="rId10" Type="http://schemas.openxmlformats.org/officeDocument/2006/relationships/image" Target="../media/image12.jpeg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7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8.png"/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image" Target="../media/image6.jpe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16.xml"/><Relationship Id="rId8" Type="http://schemas.openxmlformats.org/officeDocument/2006/relationships/tags" Target="../tags/tag15.xml"/><Relationship Id="rId7" Type="http://schemas.openxmlformats.org/officeDocument/2006/relationships/tags" Target="../tags/tag14.xml"/><Relationship Id="rId6" Type="http://schemas.openxmlformats.org/officeDocument/2006/relationships/tags" Target="../tags/tag13.xml"/><Relationship Id="rId5" Type="http://schemas.openxmlformats.org/officeDocument/2006/relationships/image" Target="../media/image9.png"/><Relationship Id="rId4" Type="http://schemas.openxmlformats.org/officeDocument/2006/relationships/image" Target="../media/image15.png"/><Relationship Id="rId3" Type="http://schemas.openxmlformats.org/officeDocument/2006/relationships/image" Target="../media/image14.jpeg"/><Relationship Id="rId2" Type="http://schemas.openxmlformats.org/officeDocument/2006/relationships/image" Target="../media/image13.png"/><Relationship Id="rId15" Type="http://schemas.openxmlformats.org/officeDocument/2006/relationships/notesSlide" Target="../notesSlides/notesSlide8.xml"/><Relationship Id="rId14" Type="http://schemas.openxmlformats.org/officeDocument/2006/relationships/slideLayout" Target="../slideLayouts/slideLayout1.xml"/><Relationship Id="rId13" Type="http://schemas.openxmlformats.org/officeDocument/2006/relationships/tags" Target="../tags/tag20.xml"/><Relationship Id="rId12" Type="http://schemas.openxmlformats.org/officeDocument/2006/relationships/tags" Target="../tags/tag19.xml"/><Relationship Id="rId11" Type="http://schemas.openxmlformats.org/officeDocument/2006/relationships/tags" Target="../tags/tag18.xml"/><Relationship Id="rId10" Type="http://schemas.openxmlformats.org/officeDocument/2006/relationships/tags" Target="../tags/tag17.xml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tags" Target="../tags/tag25.xml"/><Relationship Id="rId7" Type="http://schemas.openxmlformats.org/officeDocument/2006/relationships/tags" Target="../tags/tag24.xml"/><Relationship Id="rId6" Type="http://schemas.openxmlformats.org/officeDocument/2006/relationships/image" Target="../media/image17.png"/><Relationship Id="rId5" Type="http://schemas.openxmlformats.org/officeDocument/2006/relationships/tags" Target="../tags/tag23.xml"/><Relationship Id="rId4" Type="http://schemas.openxmlformats.org/officeDocument/2006/relationships/tags" Target="../tags/tag22.xml"/><Relationship Id="rId3" Type="http://schemas.openxmlformats.org/officeDocument/2006/relationships/image" Target="../media/image16.jpeg"/><Relationship Id="rId20" Type="http://schemas.openxmlformats.org/officeDocument/2006/relationships/notesSlide" Target="../notesSlides/notesSlide9.xml"/><Relationship Id="rId2" Type="http://schemas.openxmlformats.org/officeDocument/2006/relationships/tags" Target="../tags/tag21.xml"/><Relationship Id="rId19" Type="http://schemas.openxmlformats.org/officeDocument/2006/relationships/slideLayout" Target="../slideLayouts/slideLayout1.xml"/><Relationship Id="rId18" Type="http://schemas.openxmlformats.org/officeDocument/2006/relationships/tags" Target="../tags/tag34.xml"/><Relationship Id="rId17" Type="http://schemas.openxmlformats.org/officeDocument/2006/relationships/tags" Target="../tags/tag33.xml"/><Relationship Id="rId16" Type="http://schemas.openxmlformats.org/officeDocument/2006/relationships/tags" Target="../tags/tag32.xml"/><Relationship Id="rId15" Type="http://schemas.openxmlformats.org/officeDocument/2006/relationships/tags" Target="../tags/tag31.xml"/><Relationship Id="rId14" Type="http://schemas.openxmlformats.org/officeDocument/2006/relationships/tags" Target="../tags/tag30.xml"/><Relationship Id="rId13" Type="http://schemas.openxmlformats.org/officeDocument/2006/relationships/tags" Target="../tags/tag29.xml"/><Relationship Id="rId12" Type="http://schemas.openxmlformats.org/officeDocument/2006/relationships/tags" Target="../tags/tag28.xml"/><Relationship Id="rId11" Type="http://schemas.openxmlformats.org/officeDocument/2006/relationships/tags" Target="../tags/tag27.xml"/><Relationship Id="rId10" Type="http://schemas.openxmlformats.org/officeDocument/2006/relationships/tags" Target="../tags/tag26.xml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0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tags" Target="../tags/tag36.xml"/><Relationship Id="rId3" Type="http://schemas.openxmlformats.org/officeDocument/2006/relationships/image" Target="../media/image16.jpeg"/><Relationship Id="rId2" Type="http://schemas.openxmlformats.org/officeDocument/2006/relationships/tags" Target="../tags/tag35.xml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41.xml"/><Relationship Id="rId8" Type="http://schemas.openxmlformats.org/officeDocument/2006/relationships/tags" Target="../tags/tag40.xml"/><Relationship Id="rId7" Type="http://schemas.openxmlformats.org/officeDocument/2006/relationships/tags" Target="../tags/tag39.xml"/><Relationship Id="rId6" Type="http://schemas.openxmlformats.org/officeDocument/2006/relationships/image" Target="../media/image20.png"/><Relationship Id="rId5" Type="http://schemas.openxmlformats.org/officeDocument/2006/relationships/tags" Target="../tags/tag38.xml"/><Relationship Id="rId4" Type="http://schemas.openxmlformats.org/officeDocument/2006/relationships/image" Target="../media/image19.jpeg"/><Relationship Id="rId3" Type="http://schemas.openxmlformats.org/officeDocument/2006/relationships/tags" Target="../tags/tag37.xml"/><Relationship Id="rId24" Type="http://schemas.openxmlformats.org/officeDocument/2006/relationships/notesSlide" Target="../notesSlides/notesSlide11.xml"/><Relationship Id="rId23" Type="http://schemas.openxmlformats.org/officeDocument/2006/relationships/slideLayout" Target="../slideLayouts/slideLayout1.xml"/><Relationship Id="rId22" Type="http://schemas.openxmlformats.org/officeDocument/2006/relationships/tags" Target="../tags/tag51.xml"/><Relationship Id="rId21" Type="http://schemas.openxmlformats.org/officeDocument/2006/relationships/image" Target="../media/image23.png"/><Relationship Id="rId20" Type="http://schemas.openxmlformats.org/officeDocument/2006/relationships/tags" Target="../tags/tag50.xml"/><Relationship Id="rId2" Type="http://schemas.openxmlformats.org/officeDocument/2006/relationships/image" Target="../media/image18.png"/><Relationship Id="rId19" Type="http://schemas.openxmlformats.org/officeDocument/2006/relationships/image" Target="../media/image22.png"/><Relationship Id="rId18" Type="http://schemas.openxmlformats.org/officeDocument/2006/relationships/tags" Target="../tags/tag49.xml"/><Relationship Id="rId17" Type="http://schemas.openxmlformats.org/officeDocument/2006/relationships/image" Target="../media/image21.png"/><Relationship Id="rId16" Type="http://schemas.openxmlformats.org/officeDocument/2006/relationships/tags" Target="../tags/tag48.xml"/><Relationship Id="rId15" Type="http://schemas.openxmlformats.org/officeDocument/2006/relationships/tags" Target="../tags/tag47.xml"/><Relationship Id="rId14" Type="http://schemas.openxmlformats.org/officeDocument/2006/relationships/tags" Target="../tags/tag46.xml"/><Relationship Id="rId13" Type="http://schemas.openxmlformats.org/officeDocument/2006/relationships/tags" Target="../tags/tag45.xml"/><Relationship Id="rId12" Type="http://schemas.openxmlformats.org/officeDocument/2006/relationships/tags" Target="../tags/tag44.xml"/><Relationship Id="rId11" Type="http://schemas.openxmlformats.org/officeDocument/2006/relationships/tags" Target="../tags/tag43.xml"/><Relationship Id="rId10" Type="http://schemas.openxmlformats.org/officeDocument/2006/relationships/tags" Target="../tags/tag42.xml"/><Relationship Id="rId1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2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8.png"/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image" Target="../media/image6.jpeg"/></Relationships>
</file>

<file path=ppt/slides/_rels/slide1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3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24.png"/><Relationship Id="rId3" Type="http://schemas.openxmlformats.org/officeDocument/2006/relationships/image" Target="../media/image9.png"/><Relationship Id="rId2" Type="http://schemas.openxmlformats.org/officeDocument/2006/relationships/image" Target="../media/image11.jpeg"/><Relationship Id="rId1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4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9.png"/><Relationship Id="rId2" Type="http://schemas.openxmlformats.org/officeDocument/2006/relationships/image" Target="../media/image13.png"/><Relationship Id="rId1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5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8.png"/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image" Target="../media/image6.jpeg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tags" Target="../tags/tag57.xml"/><Relationship Id="rId8" Type="http://schemas.openxmlformats.org/officeDocument/2006/relationships/tags" Target="../tags/tag56.xml"/><Relationship Id="rId7" Type="http://schemas.openxmlformats.org/officeDocument/2006/relationships/tags" Target="../tags/tag55.xml"/><Relationship Id="rId6" Type="http://schemas.openxmlformats.org/officeDocument/2006/relationships/tags" Target="../tags/tag54.xml"/><Relationship Id="rId5" Type="http://schemas.openxmlformats.org/officeDocument/2006/relationships/tags" Target="../tags/tag53.xml"/><Relationship Id="rId4" Type="http://schemas.openxmlformats.org/officeDocument/2006/relationships/tags" Target="../tags/tag52.xml"/><Relationship Id="rId3" Type="http://schemas.openxmlformats.org/officeDocument/2006/relationships/image" Target="../media/image25.jpeg"/><Relationship Id="rId2" Type="http://schemas.openxmlformats.org/officeDocument/2006/relationships/image" Target="../media/image11.jpeg"/><Relationship Id="rId11" Type="http://schemas.openxmlformats.org/officeDocument/2006/relationships/notesSlide" Target="../notesSlides/notesSlide16.xml"/><Relationship Id="rId10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7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8.png"/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image" Target="../media/image6.jpeg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image" Target="../media/image28.jpeg"/><Relationship Id="rId8" Type="http://schemas.openxmlformats.org/officeDocument/2006/relationships/tags" Target="../tags/tag61.xml"/><Relationship Id="rId7" Type="http://schemas.openxmlformats.org/officeDocument/2006/relationships/image" Target="../media/image27.jpeg"/><Relationship Id="rId6" Type="http://schemas.openxmlformats.org/officeDocument/2006/relationships/tags" Target="../tags/tag60.xml"/><Relationship Id="rId5" Type="http://schemas.openxmlformats.org/officeDocument/2006/relationships/image" Target="../media/image26.jpeg"/><Relationship Id="rId4" Type="http://schemas.openxmlformats.org/officeDocument/2006/relationships/tags" Target="../tags/tag59.xml"/><Relationship Id="rId3" Type="http://schemas.openxmlformats.org/officeDocument/2006/relationships/image" Target="../media/image13.png"/><Relationship Id="rId2" Type="http://schemas.openxmlformats.org/officeDocument/2006/relationships/tags" Target="../tags/tag58.xml"/><Relationship Id="rId18" Type="http://schemas.openxmlformats.org/officeDocument/2006/relationships/notesSlide" Target="../notesSlides/notesSlide18.xml"/><Relationship Id="rId17" Type="http://schemas.openxmlformats.org/officeDocument/2006/relationships/slideLayout" Target="../slideLayouts/slideLayout1.xml"/><Relationship Id="rId16" Type="http://schemas.openxmlformats.org/officeDocument/2006/relationships/tags" Target="../tags/tag67.xml"/><Relationship Id="rId15" Type="http://schemas.openxmlformats.org/officeDocument/2006/relationships/tags" Target="../tags/tag66.xml"/><Relationship Id="rId14" Type="http://schemas.openxmlformats.org/officeDocument/2006/relationships/tags" Target="../tags/tag65.xml"/><Relationship Id="rId13" Type="http://schemas.openxmlformats.org/officeDocument/2006/relationships/tags" Target="../tags/tag64.xml"/><Relationship Id="rId12" Type="http://schemas.openxmlformats.org/officeDocument/2006/relationships/tags" Target="../tags/tag63.xml"/><Relationship Id="rId11" Type="http://schemas.openxmlformats.org/officeDocument/2006/relationships/tags" Target="../tags/tag62.xml"/><Relationship Id="rId10" Type="http://schemas.openxmlformats.org/officeDocument/2006/relationships/image" Target="../media/image9.png"/><Relationship Id="rId1" Type="http://schemas.openxmlformats.org/officeDocument/2006/relationships/image" Target="../media/image1.png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tags" Target="../tags/tag72.xml"/><Relationship Id="rId8" Type="http://schemas.openxmlformats.org/officeDocument/2006/relationships/tags" Target="../tags/tag71.xml"/><Relationship Id="rId7" Type="http://schemas.openxmlformats.org/officeDocument/2006/relationships/tags" Target="../tags/tag70.xml"/><Relationship Id="rId6" Type="http://schemas.openxmlformats.org/officeDocument/2006/relationships/tags" Target="../tags/tag69.xml"/><Relationship Id="rId5" Type="http://schemas.openxmlformats.org/officeDocument/2006/relationships/image" Target="../media/image9.png"/><Relationship Id="rId4" Type="http://schemas.openxmlformats.org/officeDocument/2006/relationships/image" Target="../media/image29.png"/><Relationship Id="rId3" Type="http://schemas.openxmlformats.org/officeDocument/2006/relationships/tags" Target="../tags/tag68.xml"/><Relationship Id="rId2" Type="http://schemas.openxmlformats.org/officeDocument/2006/relationships/image" Target="../media/image13.png"/><Relationship Id="rId12" Type="http://schemas.openxmlformats.org/officeDocument/2006/relationships/notesSlide" Target="../notesSlides/notesSlide19.xml"/><Relationship Id="rId11" Type="http://schemas.openxmlformats.org/officeDocument/2006/relationships/slideLayout" Target="../slideLayouts/slideLayout1.xml"/><Relationship Id="rId10" Type="http://schemas.openxmlformats.org/officeDocument/2006/relationships/tags" Target="../tags/tag73.xml"/><Relationship Id="rId1" Type="http://schemas.openxmlformats.org/officeDocument/2006/relationships/image" Target="../media/image1.png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0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93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11-20:12:01-d3l4j48s8jdo4os5ek40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12192635" cy="6858635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10-11-20:12:00-d3l4j40s8jdo4os5ek1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5305" y="5663565"/>
            <a:ext cx="3359785" cy="64770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828040" y="1076325"/>
            <a:ext cx="10687050" cy="2244725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>
              <a:lnSpc>
                <a:spcPct val="110000"/>
              </a:lnSpc>
            </a:pPr>
            <a:r>
              <a:rPr lang="en-US" sz="6000" b="1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当燃宜宾·龙虎同行</a:t>
            </a:r>
            <a:endParaRPr lang="en-US" sz="6000" b="1" dirty="0">
              <a:solidFill>
                <a:srgbClr val="FFFFFF"/>
              </a:solidFill>
              <a:latin typeface="MiSans" panose="00000500000000000000" pitchFamily="34" charset="-122"/>
              <a:ea typeface="MiSans" panose="00000500000000000000" pitchFamily="34" charset="-122"/>
              <a:cs typeface="MiSans" panose="00000500000000000000" pitchFamily="34" charset="-120"/>
            </a:endParaRPr>
          </a:p>
          <a:p>
            <a:pPr>
              <a:lnSpc>
                <a:spcPct val="110000"/>
              </a:lnSpc>
            </a:pPr>
            <a:endParaRPr lang="en-US" sz="4800" b="1" dirty="0">
              <a:solidFill>
                <a:srgbClr val="FFFFFF"/>
              </a:solidFill>
              <a:latin typeface="MiSans" panose="00000500000000000000" pitchFamily="34" charset="-122"/>
              <a:ea typeface="MiSans" panose="00000500000000000000" pitchFamily="34" charset="-122"/>
              <a:cs typeface="MiSans" panose="00000500000000000000" pitchFamily="34" charset="-120"/>
            </a:endParaRPr>
          </a:p>
          <a:p>
            <a:pPr>
              <a:lnSpc>
                <a:spcPct val="110000"/>
              </a:lnSpc>
            </a:pPr>
            <a:r>
              <a:rPr lang="en-US" sz="4800" b="1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——五粮液仙林校企营销传播大赛方案</a:t>
            </a:r>
            <a:endParaRPr lang="en-US" sz="4800" dirty="0"/>
          </a:p>
        </p:txBody>
      </p:sp>
      <p:sp>
        <p:nvSpPr>
          <p:cNvPr id="6" name="Shape 1"/>
          <p:cNvSpPr/>
          <p:nvPr/>
        </p:nvSpPr>
        <p:spPr>
          <a:xfrm>
            <a:off x="10314940" y="574040"/>
            <a:ext cx="1324610" cy="784225"/>
          </a:xfrm>
          <a:custGeom>
            <a:avLst/>
            <a:gdLst/>
            <a:ahLst/>
            <a:cxnLst/>
            <a:rect l="l" t="t" r="r" b="b"/>
            <a:pathLst>
              <a:path w="1324610" h="784225">
                <a:moveTo>
                  <a:pt x="58972" y="27960"/>
                </a:moveTo>
                <a:cubicBezTo>
                  <a:pt x="58972" y="43462"/>
                  <a:pt x="45517" y="56029"/>
                  <a:pt x="28920" y="56029"/>
                </a:cubicBezTo>
                <a:cubicBezTo>
                  <a:pt x="12323" y="56029"/>
                  <a:pt x="-1132" y="43462"/>
                  <a:pt x="-1132" y="27960"/>
                </a:cubicBezTo>
                <a:cubicBezTo>
                  <a:pt x="-1132" y="12458"/>
                  <a:pt x="12323" y="-110"/>
                  <a:pt x="28920" y="-110"/>
                </a:cubicBezTo>
                <a:cubicBezTo>
                  <a:pt x="45510" y="-117"/>
                  <a:pt x="58963" y="12439"/>
                  <a:pt x="58972" y="27933"/>
                </a:cubicBezTo>
                <a:cubicBezTo>
                  <a:pt x="58972" y="27943"/>
                  <a:pt x="58972" y="27951"/>
                  <a:pt x="58972" y="27960"/>
                </a:cubicBezTo>
                <a:close/>
                <a:moveTo>
                  <a:pt x="312113" y="27960"/>
                </a:moveTo>
                <a:cubicBezTo>
                  <a:pt x="312113" y="43462"/>
                  <a:pt x="298659" y="56029"/>
                  <a:pt x="282062" y="56029"/>
                </a:cubicBezTo>
                <a:cubicBezTo>
                  <a:pt x="265466" y="56029"/>
                  <a:pt x="252010" y="43462"/>
                  <a:pt x="252010" y="27960"/>
                </a:cubicBezTo>
                <a:cubicBezTo>
                  <a:pt x="252010" y="12458"/>
                  <a:pt x="265466" y="-110"/>
                  <a:pt x="282062" y="-110"/>
                </a:cubicBezTo>
                <a:cubicBezTo>
                  <a:pt x="298650" y="-91"/>
                  <a:pt x="312095" y="12465"/>
                  <a:pt x="312113" y="27960"/>
                </a:cubicBezTo>
                <a:close/>
                <a:moveTo>
                  <a:pt x="565186" y="27960"/>
                </a:moveTo>
                <a:cubicBezTo>
                  <a:pt x="565186" y="43462"/>
                  <a:pt x="551730" y="56029"/>
                  <a:pt x="535134" y="56029"/>
                </a:cubicBezTo>
                <a:cubicBezTo>
                  <a:pt x="518537" y="56029"/>
                  <a:pt x="505082" y="43462"/>
                  <a:pt x="505082" y="27960"/>
                </a:cubicBezTo>
                <a:cubicBezTo>
                  <a:pt x="505082" y="12458"/>
                  <a:pt x="518537" y="-110"/>
                  <a:pt x="535134" y="-110"/>
                </a:cubicBezTo>
                <a:cubicBezTo>
                  <a:pt x="551723" y="-117"/>
                  <a:pt x="565176" y="12439"/>
                  <a:pt x="565186" y="27933"/>
                </a:cubicBezTo>
                <a:cubicBezTo>
                  <a:pt x="565186" y="27943"/>
                  <a:pt x="565186" y="27951"/>
                  <a:pt x="565186" y="27960"/>
                </a:cubicBezTo>
                <a:close/>
                <a:moveTo>
                  <a:pt x="818327" y="27960"/>
                </a:moveTo>
                <a:cubicBezTo>
                  <a:pt x="818327" y="43462"/>
                  <a:pt x="804873" y="56029"/>
                  <a:pt x="788276" y="56029"/>
                </a:cubicBezTo>
                <a:cubicBezTo>
                  <a:pt x="771678" y="56029"/>
                  <a:pt x="758224" y="43462"/>
                  <a:pt x="758224" y="27960"/>
                </a:cubicBezTo>
                <a:cubicBezTo>
                  <a:pt x="758224" y="12458"/>
                  <a:pt x="771678" y="-110"/>
                  <a:pt x="788276" y="-110"/>
                </a:cubicBezTo>
                <a:cubicBezTo>
                  <a:pt x="804866" y="-117"/>
                  <a:pt x="818318" y="12439"/>
                  <a:pt x="818327" y="27933"/>
                </a:cubicBezTo>
                <a:cubicBezTo>
                  <a:pt x="818327" y="27943"/>
                  <a:pt x="818327" y="27951"/>
                  <a:pt x="818327" y="27960"/>
                </a:cubicBezTo>
                <a:close/>
                <a:moveTo>
                  <a:pt x="1071469" y="27960"/>
                </a:moveTo>
                <a:cubicBezTo>
                  <a:pt x="1071469" y="43462"/>
                  <a:pt x="1058015" y="56029"/>
                  <a:pt x="1041418" y="56029"/>
                </a:cubicBezTo>
                <a:cubicBezTo>
                  <a:pt x="1024821" y="56029"/>
                  <a:pt x="1011366" y="43462"/>
                  <a:pt x="1011366" y="27960"/>
                </a:cubicBezTo>
                <a:cubicBezTo>
                  <a:pt x="1011366" y="12458"/>
                  <a:pt x="1024821" y="-110"/>
                  <a:pt x="1041418" y="-110"/>
                </a:cubicBezTo>
                <a:cubicBezTo>
                  <a:pt x="1058008" y="-117"/>
                  <a:pt x="1071461" y="12439"/>
                  <a:pt x="1071469" y="27933"/>
                </a:cubicBezTo>
                <a:cubicBezTo>
                  <a:pt x="1071469" y="27943"/>
                  <a:pt x="1071469" y="27951"/>
                  <a:pt x="1071469" y="27960"/>
                </a:cubicBezTo>
                <a:close/>
                <a:moveTo>
                  <a:pt x="1324610" y="27960"/>
                </a:moveTo>
                <a:cubicBezTo>
                  <a:pt x="1324610" y="43462"/>
                  <a:pt x="1311155" y="56029"/>
                  <a:pt x="1294558" y="56029"/>
                </a:cubicBezTo>
                <a:cubicBezTo>
                  <a:pt x="1277961" y="56029"/>
                  <a:pt x="1264506" y="43462"/>
                  <a:pt x="1264506" y="27960"/>
                </a:cubicBezTo>
                <a:cubicBezTo>
                  <a:pt x="1264506" y="12458"/>
                  <a:pt x="1277961" y="-110"/>
                  <a:pt x="1294558" y="-110"/>
                </a:cubicBezTo>
                <a:cubicBezTo>
                  <a:pt x="1311146" y="-91"/>
                  <a:pt x="1324591" y="12465"/>
                  <a:pt x="1324610" y="27960"/>
                </a:cubicBezTo>
                <a:close/>
                <a:moveTo>
                  <a:pt x="58972" y="210009"/>
                </a:moveTo>
                <a:cubicBezTo>
                  <a:pt x="58972" y="225511"/>
                  <a:pt x="45517" y="238078"/>
                  <a:pt x="28920" y="238078"/>
                </a:cubicBezTo>
                <a:cubicBezTo>
                  <a:pt x="12323" y="238078"/>
                  <a:pt x="-1132" y="225511"/>
                  <a:pt x="-1132" y="210009"/>
                </a:cubicBezTo>
                <a:cubicBezTo>
                  <a:pt x="-1132" y="194506"/>
                  <a:pt x="12323" y="181939"/>
                  <a:pt x="28920" y="181939"/>
                </a:cubicBezTo>
                <a:cubicBezTo>
                  <a:pt x="45510" y="181932"/>
                  <a:pt x="58963" y="194488"/>
                  <a:pt x="58972" y="209983"/>
                </a:cubicBezTo>
                <a:cubicBezTo>
                  <a:pt x="58972" y="209992"/>
                  <a:pt x="58972" y="210000"/>
                  <a:pt x="58972" y="210009"/>
                </a:cubicBezTo>
                <a:close/>
                <a:moveTo>
                  <a:pt x="312113" y="210009"/>
                </a:moveTo>
                <a:cubicBezTo>
                  <a:pt x="312113" y="225511"/>
                  <a:pt x="298659" y="238078"/>
                  <a:pt x="282062" y="238078"/>
                </a:cubicBezTo>
                <a:cubicBezTo>
                  <a:pt x="265466" y="238078"/>
                  <a:pt x="252010" y="225511"/>
                  <a:pt x="252010" y="210009"/>
                </a:cubicBezTo>
                <a:cubicBezTo>
                  <a:pt x="252010" y="194506"/>
                  <a:pt x="265466" y="181939"/>
                  <a:pt x="282062" y="181939"/>
                </a:cubicBezTo>
                <a:cubicBezTo>
                  <a:pt x="298650" y="181958"/>
                  <a:pt x="312095" y="194514"/>
                  <a:pt x="312113" y="210009"/>
                </a:cubicBezTo>
                <a:close/>
                <a:moveTo>
                  <a:pt x="565186" y="210009"/>
                </a:moveTo>
                <a:cubicBezTo>
                  <a:pt x="565186" y="225511"/>
                  <a:pt x="551730" y="238078"/>
                  <a:pt x="535134" y="238078"/>
                </a:cubicBezTo>
                <a:cubicBezTo>
                  <a:pt x="518537" y="238078"/>
                  <a:pt x="505082" y="225511"/>
                  <a:pt x="505082" y="210009"/>
                </a:cubicBezTo>
                <a:cubicBezTo>
                  <a:pt x="505082" y="194506"/>
                  <a:pt x="518537" y="181939"/>
                  <a:pt x="535134" y="181939"/>
                </a:cubicBezTo>
                <a:cubicBezTo>
                  <a:pt x="551723" y="181932"/>
                  <a:pt x="565176" y="194488"/>
                  <a:pt x="565186" y="209983"/>
                </a:cubicBezTo>
                <a:cubicBezTo>
                  <a:pt x="565186" y="209992"/>
                  <a:pt x="565186" y="210000"/>
                  <a:pt x="565186" y="210009"/>
                </a:cubicBezTo>
                <a:close/>
                <a:moveTo>
                  <a:pt x="818327" y="210009"/>
                </a:moveTo>
                <a:cubicBezTo>
                  <a:pt x="818327" y="225511"/>
                  <a:pt x="804873" y="238078"/>
                  <a:pt x="788276" y="238078"/>
                </a:cubicBezTo>
                <a:cubicBezTo>
                  <a:pt x="771678" y="238078"/>
                  <a:pt x="758224" y="225511"/>
                  <a:pt x="758224" y="210009"/>
                </a:cubicBezTo>
                <a:cubicBezTo>
                  <a:pt x="758224" y="194506"/>
                  <a:pt x="771678" y="181939"/>
                  <a:pt x="788276" y="181939"/>
                </a:cubicBezTo>
                <a:cubicBezTo>
                  <a:pt x="804866" y="181932"/>
                  <a:pt x="818318" y="194488"/>
                  <a:pt x="818327" y="209983"/>
                </a:cubicBezTo>
                <a:cubicBezTo>
                  <a:pt x="818327" y="209992"/>
                  <a:pt x="818327" y="210000"/>
                  <a:pt x="818327" y="210009"/>
                </a:cubicBezTo>
                <a:close/>
                <a:moveTo>
                  <a:pt x="1071469" y="210009"/>
                </a:moveTo>
                <a:cubicBezTo>
                  <a:pt x="1071469" y="225511"/>
                  <a:pt x="1058015" y="238078"/>
                  <a:pt x="1041418" y="238078"/>
                </a:cubicBezTo>
                <a:cubicBezTo>
                  <a:pt x="1024821" y="238078"/>
                  <a:pt x="1011366" y="225511"/>
                  <a:pt x="1011366" y="210009"/>
                </a:cubicBezTo>
                <a:cubicBezTo>
                  <a:pt x="1011366" y="194506"/>
                  <a:pt x="1024821" y="181939"/>
                  <a:pt x="1041418" y="181939"/>
                </a:cubicBezTo>
                <a:cubicBezTo>
                  <a:pt x="1058008" y="181932"/>
                  <a:pt x="1071461" y="194488"/>
                  <a:pt x="1071469" y="209983"/>
                </a:cubicBezTo>
                <a:cubicBezTo>
                  <a:pt x="1071469" y="209992"/>
                  <a:pt x="1071469" y="210000"/>
                  <a:pt x="1071469" y="210009"/>
                </a:cubicBezTo>
                <a:close/>
                <a:moveTo>
                  <a:pt x="1324610" y="210009"/>
                </a:moveTo>
                <a:cubicBezTo>
                  <a:pt x="1324610" y="225511"/>
                  <a:pt x="1311155" y="238078"/>
                  <a:pt x="1294558" y="238078"/>
                </a:cubicBezTo>
                <a:cubicBezTo>
                  <a:pt x="1277961" y="238078"/>
                  <a:pt x="1264506" y="225511"/>
                  <a:pt x="1264506" y="210009"/>
                </a:cubicBezTo>
                <a:cubicBezTo>
                  <a:pt x="1264506" y="194506"/>
                  <a:pt x="1277961" y="181939"/>
                  <a:pt x="1294558" y="181939"/>
                </a:cubicBezTo>
                <a:cubicBezTo>
                  <a:pt x="1311146" y="181958"/>
                  <a:pt x="1324591" y="194514"/>
                  <a:pt x="1324610" y="210009"/>
                </a:cubicBezTo>
                <a:close/>
                <a:moveTo>
                  <a:pt x="58972" y="392058"/>
                </a:moveTo>
                <a:cubicBezTo>
                  <a:pt x="58972" y="407560"/>
                  <a:pt x="45517" y="420127"/>
                  <a:pt x="28920" y="420127"/>
                </a:cubicBezTo>
                <a:cubicBezTo>
                  <a:pt x="12323" y="420127"/>
                  <a:pt x="-1132" y="407560"/>
                  <a:pt x="-1132" y="392058"/>
                </a:cubicBezTo>
                <a:cubicBezTo>
                  <a:pt x="-1132" y="376555"/>
                  <a:pt x="12323" y="363988"/>
                  <a:pt x="28920" y="363988"/>
                </a:cubicBezTo>
                <a:cubicBezTo>
                  <a:pt x="45510" y="363981"/>
                  <a:pt x="58963" y="376536"/>
                  <a:pt x="58972" y="392031"/>
                </a:cubicBezTo>
                <a:cubicBezTo>
                  <a:pt x="58972" y="392039"/>
                  <a:pt x="58972" y="392049"/>
                  <a:pt x="58972" y="392058"/>
                </a:cubicBezTo>
                <a:close/>
                <a:moveTo>
                  <a:pt x="312113" y="392058"/>
                </a:moveTo>
                <a:cubicBezTo>
                  <a:pt x="312113" y="407560"/>
                  <a:pt x="298659" y="420127"/>
                  <a:pt x="282062" y="420127"/>
                </a:cubicBezTo>
                <a:cubicBezTo>
                  <a:pt x="265466" y="420127"/>
                  <a:pt x="252010" y="407560"/>
                  <a:pt x="252010" y="392058"/>
                </a:cubicBezTo>
                <a:cubicBezTo>
                  <a:pt x="252010" y="376555"/>
                  <a:pt x="265466" y="363988"/>
                  <a:pt x="282062" y="363988"/>
                </a:cubicBezTo>
                <a:cubicBezTo>
                  <a:pt x="298650" y="364007"/>
                  <a:pt x="312095" y="376563"/>
                  <a:pt x="312113" y="392058"/>
                </a:cubicBezTo>
                <a:close/>
                <a:moveTo>
                  <a:pt x="565186" y="392058"/>
                </a:moveTo>
                <a:cubicBezTo>
                  <a:pt x="565186" y="407560"/>
                  <a:pt x="551730" y="420127"/>
                  <a:pt x="535134" y="420127"/>
                </a:cubicBezTo>
                <a:cubicBezTo>
                  <a:pt x="518537" y="420127"/>
                  <a:pt x="505082" y="407560"/>
                  <a:pt x="505082" y="392058"/>
                </a:cubicBezTo>
                <a:cubicBezTo>
                  <a:pt x="505082" y="376555"/>
                  <a:pt x="518537" y="363988"/>
                  <a:pt x="535134" y="363988"/>
                </a:cubicBezTo>
                <a:cubicBezTo>
                  <a:pt x="551723" y="363981"/>
                  <a:pt x="565176" y="376536"/>
                  <a:pt x="565186" y="392031"/>
                </a:cubicBezTo>
                <a:cubicBezTo>
                  <a:pt x="565186" y="392039"/>
                  <a:pt x="565186" y="392049"/>
                  <a:pt x="565186" y="392058"/>
                </a:cubicBezTo>
                <a:close/>
                <a:moveTo>
                  <a:pt x="818327" y="392058"/>
                </a:moveTo>
                <a:cubicBezTo>
                  <a:pt x="818327" y="407560"/>
                  <a:pt x="804873" y="420127"/>
                  <a:pt x="788276" y="420127"/>
                </a:cubicBezTo>
                <a:cubicBezTo>
                  <a:pt x="771678" y="420127"/>
                  <a:pt x="758224" y="407560"/>
                  <a:pt x="758224" y="392058"/>
                </a:cubicBezTo>
                <a:cubicBezTo>
                  <a:pt x="758224" y="376555"/>
                  <a:pt x="771678" y="363988"/>
                  <a:pt x="788276" y="363988"/>
                </a:cubicBezTo>
                <a:cubicBezTo>
                  <a:pt x="804866" y="363981"/>
                  <a:pt x="818318" y="376536"/>
                  <a:pt x="818327" y="392031"/>
                </a:cubicBezTo>
                <a:cubicBezTo>
                  <a:pt x="818327" y="392039"/>
                  <a:pt x="818327" y="392049"/>
                  <a:pt x="818327" y="392058"/>
                </a:cubicBezTo>
                <a:close/>
                <a:moveTo>
                  <a:pt x="1071469" y="392058"/>
                </a:moveTo>
                <a:cubicBezTo>
                  <a:pt x="1071469" y="407560"/>
                  <a:pt x="1058015" y="420127"/>
                  <a:pt x="1041418" y="420127"/>
                </a:cubicBezTo>
                <a:cubicBezTo>
                  <a:pt x="1024821" y="420127"/>
                  <a:pt x="1011366" y="407560"/>
                  <a:pt x="1011366" y="392058"/>
                </a:cubicBezTo>
                <a:cubicBezTo>
                  <a:pt x="1011366" y="376555"/>
                  <a:pt x="1024821" y="363988"/>
                  <a:pt x="1041418" y="363988"/>
                </a:cubicBezTo>
                <a:cubicBezTo>
                  <a:pt x="1058008" y="363981"/>
                  <a:pt x="1071461" y="376536"/>
                  <a:pt x="1071469" y="392031"/>
                </a:cubicBezTo>
                <a:cubicBezTo>
                  <a:pt x="1071469" y="392039"/>
                  <a:pt x="1071469" y="392049"/>
                  <a:pt x="1071469" y="392058"/>
                </a:cubicBezTo>
                <a:close/>
                <a:moveTo>
                  <a:pt x="1324610" y="392058"/>
                </a:moveTo>
                <a:cubicBezTo>
                  <a:pt x="1324610" y="407560"/>
                  <a:pt x="1311155" y="420127"/>
                  <a:pt x="1294558" y="420127"/>
                </a:cubicBezTo>
                <a:cubicBezTo>
                  <a:pt x="1277961" y="420127"/>
                  <a:pt x="1264506" y="407560"/>
                  <a:pt x="1264506" y="392058"/>
                </a:cubicBezTo>
                <a:cubicBezTo>
                  <a:pt x="1264506" y="376555"/>
                  <a:pt x="1277961" y="363988"/>
                  <a:pt x="1294558" y="363988"/>
                </a:cubicBezTo>
                <a:cubicBezTo>
                  <a:pt x="1311146" y="364007"/>
                  <a:pt x="1324591" y="376563"/>
                  <a:pt x="1324610" y="392058"/>
                </a:cubicBezTo>
                <a:close/>
                <a:moveTo>
                  <a:pt x="58972" y="574107"/>
                </a:moveTo>
                <a:cubicBezTo>
                  <a:pt x="58972" y="589609"/>
                  <a:pt x="45517" y="602176"/>
                  <a:pt x="28920" y="602176"/>
                </a:cubicBezTo>
                <a:cubicBezTo>
                  <a:pt x="12323" y="602176"/>
                  <a:pt x="-1132" y="589609"/>
                  <a:pt x="-1132" y="574107"/>
                </a:cubicBezTo>
                <a:cubicBezTo>
                  <a:pt x="-1132" y="558604"/>
                  <a:pt x="12323" y="546037"/>
                  <a:pt x="28920" y="546037"/>
                </a:cubicBezTo>
                <a:cubicBezTo>
                  <a:pt x="45510" y="546030"/>
                  <a:pt x="58963" y="558585"/>
                  <a:pt x="58972" y="574080"/>
                </a:cubicBezTo>
                <a:cubicBezTo>
                  <a:pt x="58972" y="574089"/>
                  <a:pt x="58972" y="574098"/>
                  <a:pt x="58972" y="574107"/>
                </a:cubicBezTo>
                <a:close/>
                <a:moveTo>
                  <a:pt x="312113" y="574107"/>
                </a:moveTo>
                <a:cubicBezTo>
                  <a:pt x="312113" y="589609"/>
                  <a:pt x="298659" y="602176"/>
                  <a:pt x="282062" y="602176"/>
                </a:cubicBezTo>
                <a:cubicBezTo>
                  <a:pt x="265466" y="602176"/>
                  <a:pt x="252010" y="589609"/>
                  <a:pt x="252010" y="574107"/>
                </a:cubicBezTo>
                <a:cubicBezTo>
                  <a:pt x="252010" y="558604"/>
                  <a:pt x="265466" y="546037"/>
                  <a:pt x="282062" y="546037"/>
                </a:cubicBezTo>
                <a:cubicBezTo>
                  <a:pt x="298650" y="546056"/>
                  <a:pt x="312095" y="558612"/>
                  <a:pt x="312113" y="574107"/>
                </a:cubicBezTo>
                <a:close/>
                <a:moveTo>
                  <a:pt x="565186" y="574107"/>
                </a:moveTo>
                <a:cubicBezTo>
                  <a:pt x="565186" y="589609"/>
                  <a:pt x="551730" y="602176"/>
                  <a:pt x="535134" y="602176"/>
                </a:cubicBezTo>
                <a:cubicBezTo>
                  <a:pt x="518537" y="602176"/>
                  <a:pt x="505082" y="589609"/>
                  <a:pt x="505082" y="574107"/>
                </a:cubicBezTo>
                <a:cubicBezTo>
                  <a:pt x="505082" y="558604"/>
                  <a:pt x="518537" y="546037"/>
                  <a:pt x="535134" y="546037"/>
                </a:cubicBezTo>
                <a:cubicBezTo>
                  <a:pt x="551723" y="546030"/>
                  <a:pt x="565176" y="558585"/>
                  <a:pt x="565186" y="574080"/>
                </a:cubicBezTo>
                <a:cubicBezTo>
                  <a:pt x="565186" y="574089"/>
                  <a:pt x="565186" y="574098"/>
                  <a:pt x="565186" y="574107"/>
                </a:cubicBezTo>
                <a:close/>
                <a:moveTo>
                  <a:pt x="818327" y="574107"/>
                </a:moveTo>
                <a:cubicBezTo>
                  <a:pt x="818327" y="589609"/>
                  <a:pt x="804873" y="602176"/>
                  <a:pt x="788276" y="602176"/>
                </a:cubicBezTo>
                <a:cubicBezTo>
                  <a:pt x="771678" y="602176"/>
                  <a:pt x="758224" y="589609"/>
                  <a:pt x="758224" y="574107"/>
                </a:cubicBezTo>
                <a:cubicBezTo>
                  <a:pt x="758224" y="558604"/>
                  <a:pt x="771678" y="546037"/>
                  <a:pt x="788276" y="546037"/>
                </a:cubicBezTo>
                <a:cubicBezTo>
                  <a:pt x="804866" y="546030"/>
                  <a:pt x="818318" y="558585"/>
                  <a:pt x="818327" y="574080"/>
                </a:cubicBezTo>
                <a:cubicBezTo>
                  <a:pt x="818327" y="574089"/>
                  <a:pt x="818327" y="574098"/>
                  <a:pt x="818327" y="574107"/>
                </a:cubicBezTo>
                <a:close/>
                <a:moveTo>
                  <a:pt x="1071469" y="574107"/>
                </a:moveTo>
                <a:cubicBezTo>
                  <a:pt x="1071469" y="589609"/>
                  <a:pt x="1058015" y="602176"/>
                  <a:pt x="1041418" y="602176"/>
                </a:cubicBezTo>
                <a:cubicBezTo>
                  <a:pt x="1024821" y="602176"/>
                  <a:pt x="1011366" y="589609"/>
                  <a:pt x="1011366" y="574107"/>
                </a:cubicBezTo>
                <a:cubicBezTo>
                  <a:pt x="1011366" y="558604"/>
                  <a:pt x="1024821" y="546037"/>
                  <a:pt x="1041418" y="546037"/>
                </a:cubicBezTo>
                <a:cubicBezTo>
                  <a:pt x="1058008" y="546030"/>
                  <a:pt x="1071461" y="558585"/>
                  <a:pt x="1071469" y="574080"/>
                </a:cubicBezTo>
                <a:cubicBezTo>
                  <a:pt x="1071469" y="574089"/>
                  <a:pt x="1071469" y="574098"/>
                  <a:pt x="1071469" y="574107"/>
                </a:cubicBezTo>
                <a:close/>
                <a:moveTo>
                  <a:pt x="1324610" y="574107"/>
                </a:moveTo>
                <a:cubicBezTo>
                  <a:pt x="1324610" y="589609"/>
                  <a:pt x="1311155" y="602176"/>
                  <a:pt x="1294558" y="602176"/>
                </a:cubicBezTo>
                <a:cubicBezTo>
                  <a:pt x="1277961" y="602176"/>
                  <a:pt x="1264506" y="589609"/>
                  <a:pt x="1264506" y="574107"/>
                </a:cubicBezTo>
                <a:cubicBezTo>
                  <a:pt x="1264506" y="558604"/>
                  <a:pt x="1277961" y="546037"/>
                  <a:pt x="1294558" y="546037"/>
                </a:cubicBezTo>
                <a:cubicBezTo>
                  <a:pt x="1311146" y="546056"/>
                  <a:pt x="1324591" y="558612"/>
                  <a:pt x="1324610" y="574107"/>
                </a:cubicBezTo>
                <a:close/>
                <a:moveTo>
                  <a:pt x="58972" y="756156"/>
                </a:moveTo>
                <a:cubicBezTo>
                  <a:pt x="58972" y="771658"/>
                  <a:pt x="45517" y="784225"/>
                  <a:pt x="28920" y="784225"/>
                </a:cubicBezTo>
                <a:cubicBezTo>
                  <a:pt x="12323" y="784225"/>
                  <a:pt x="-1132" y="771658"/>
                  <a:pt x="-1132" y="756156"/>
                </a:cubicBezTo>
                <a:cubicBezTo>
                  <a:pt x="-1132" y="740653"/>
                  <a:pt x="12323" y="728086"/>
                  <a:pt x="28920" y="728086"/>
                </a:cubicBezTo>
                <a:cubicBezTo>
                  <a:pt x="45510" y="728078"/>
                  <a:pt x="58963" y="740634"/>
                  <a:pt x="58972" y="756128"/>
                </a:cubicBezTo>
                <a:cubicBezTo>
                  <a:pt x="58972" y="756137"/>
                  <a:pt x="58972" y="756146"/>
                  <a:pt x="58972" y="756156"/>
                </a:cubicBezTo>
                <a:close/>
                <a:moveTo>
                  <a:pt x="312113" y="756156"/>
                </a:moveTo>
                <a:cubicBezTo>
                  <a:pt x="312113" y="771658"/>
                  <a:pt x="298659" y="784225"/>
                  <a:pt x="282062" y="784225"/>
                </a:cubicBezTo>
                <a:cubicBezTo>
                  <a:pt x="265466" y="784225"/>
                  <a:pt x="252010" y="771658"/>
                  <a:pt x="252010" y="756156"/>
                </a:cubicBezTo>
                <a:cubicBezTo>
                  <a:pt x="252010" y="740653"/>
                  <a:pt x="265466" y="728086"/>
                  <a:pt x="282062" y="728086"/>
                </a:cubicBezTo>
                <a:cubicBezTo>
                  <a:pt x="298650" y="728103"/>
                  <a:pt x="312095" y="740661"/>
                  <a:pt x="312113" y="756156"/>
                </a:cubicBezTo>
                <a:close/>
                <a:moveTo>
                  <a:pt x="565186" y="756156"/>
                </a:moveTo>
                <a:cubicBezTo>
                  <a:pt x="565186" y="771658"/>
                  <a:pt x="551730" y="784225"/>
                  <a:pt x="535134" y="784225"/>
                </a:cubicBezTo>
                <a:cubicBezTo>
                  <a:pt x="518537" y="784225"/>
                  <a:pt x="505082" y="771658"/>
                  <a:pt x="505082" y="756156"/>
                </a:cubicBezTo>
                <a:cubicBezTo>
                  <a:pt x="505082" y="740653"/>
                  <a:pt x="518537" y="728086"/>
                  <a:pt x="535134" y="728086"/>
                </a:cubicBezTo>
                <a:cubicBezTo>
                  <a:pt x="551723" y="728078"/>
                  <a:pt x="565176" y="740634"/>
                  <a:pt x="565186" y="756128"/>
                </a:cubicBezTo>
                <a:cubicBezTo>
                  <a:pt x="565186" y="756137"/>
                  <a:pt x="565186" y="756146"/>
                  <a:pt x="565186" y="756156"/>
                </a:cubicBezTo>
                <a:close/>
                <a:moveTo>
                  <a:pt x="818327" y="756156"/>
                </a:moveTo>
                <a:cubicBezTo>
                  <a:pt x="818327" y="771658"/>
                  <a:pt x="804873" y="784225"/>
                  <a:pt x="788276" y="784225"/>
                </a:cubicBezTo>
                <a:cubicBezTo>
                  <a:pt x="771678" y="784225"/>
                  <a:pt x="758224" y="771658"/>
                  <a:pt x="758224" y="756156"/>
                </a:cubicBezTo>
                <a:cubicBezTo>
                  <a:pt x="758224" y="740653"/>
                  <a:pt x="771678" y="728086"/>
                  <a:pt x="788276" y="728086"/>
                </a:cubicBezTo>
                <a:cubicBezTo>
                  <a:pt x="804866" y="728078"/>
                  <a:pt x="818318" y="740634"/>
                  <a:pt x="818327" y="756128"/>
                </a:cubicBezTo>
                <a:cubicBezTo>
                  <a:pt x="818327" y="756137"/>
                  <a:pt x="818327" y="756146"/>
                  <a:pt x="818327" y="756156"/>
                </a:cubicBezTo>
                <a:close/>
                <a:moveTo>
                  <a:pt x="1071469" y="756156"/>
                </a:moveTo>
                <a:cubicBezTo>
                  <a:pt x="1071469" y="771658"/>
                  <a:pt x="1058015" y="784225"/>
                  <a:pt x="1041418" y="784225"/>
                </a:cubicBezTo>
                <a:cubicBezTo>
                  <a:pt x="1024821" y="784225"/>
                  <a:pt x="1011366" y="771658"/>
                  <a:pt x="1011366" y="756156"/>
                </a:cubicBezTo>
                <a:cubicBezTo>
                  <a:pt x="1011366" y="740653"/>
                  <a:pt x="1024821" y="728086"/>
                  <a:pt x="1041418" y="728086"/>
                </a:cubicBezTo>
                <a:cubicBezTo>
                  <a:pt x="1058008" y="728078"/>
                  <a:pt x="1071461" y="740634"/>
                  <a:pt x="1071469" y="756128"/>
                </a:cubicBezTo>
                <a:cubicBezTo>
                  <a:pt x="1071469" y="756137"/>
                  <a:pt x="1071469" y="756146"/>
                  <a:pt x="1071469" y="756156"/>
                </a:cubicBezTo>
                <a:close/>
                <a:moveTo>
                  <a:pt x="1324610" y="756156"/>
                </a:moveTo>
                <a:cubicBezTo>
                  <a:pt x="1324610" y="771658"/>
                  <a:pt x="1311155" y="784225"/>
                  <a:pt x="1294558" y="784225"/>
                </a:cubicBezTo>
                <a:cubicBezTo>
                  <a:pt x="1277961" y="784225"/>
                  <a:pt x="1264506" y="771658"/>
                  <a:pt x="1264506" y="756156"/>
                </a:cubicBezTo>
                <a:cubicBezTo>
                  <a:pt x="1264506" y="740653"/>
                  <a:pt x="1277961" y="728086"/>
                  <a:pt x="1294558" y="728086"/>
                </a:cubicBezTo>
                <a:cubicBezTo>
                  <a:pt x="1311146" y="728103"/>
                  <a:pt x="1324591" y="740661"/>
                  <a:pt x="1324610" y="756156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8" name="Text 3"/>
          <p:cNvSpPr/>
          <p:nvPr/>
        </p:nvSpPr>
        <p:spPr>
          <a:xfrm>
            <a:off x="8154670" y="5788025"/>
            <a:ext cx="3360420" cy="39878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zh-CN" sz="2000" b="1" dirty="0">
                <a:solidFill>
                  <a:srgbClr val="00000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活动时间：</a:t>
            </a:r>
            <a:r>
              <a:rPr lang="en-US" altLang="zh-CN" sz="2000" b="1" dirty="0">
                <a:solidFill>
                  <a:srgbClr val="00000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4.1-5.29</a:t>
            </a:r>
            <a:endParaRPr lang="en-US" altLang="zh-CN" sz="2000" b="1" dirty="0">
              <a:solidFill>
                <a:srgbClr val="000000"/>
              </a:solidFill>
              <a:latin typeface="MiSans" panose="00000500000000000000" pitchFamily="34" charset="-122"/>
              <a:ea typeface="MiSans" panose="00000500000000000000" pitchFamily="34" charset="-122"/>
              <a:cs typeface="MiSans" panose="00000500000000000000" pitchFamily="34" charset="-120"/>
            </a:endParaRPr>
          </a:p>
        </p:txBody>
      </p:sp>
      <p:sp>
        <p:nvSpPr>
          <p:cNvPr id="9" name="Shape 4"/>
          <p:cNvSpPr/>
          <p:nvPr/>
        </p:nvSpPr>
        <p:spPr>
          <a:xfrm>
            <a:off x="828040" y="4879340"/>
            <a:ext cx="1324610" cy="784225"/>
          </a:xfrm>
          <a:custGeom>
            <a:avLst/>
            <a:gdLst/>
            <a:ahLst/>
            <a:cxnLst/>
            <a:rect l="l" t="t" r="r" b="b"/>
            <a:pathLst>
              <a:path w="1324610" h="784225">
                <a:moveTo>
                  <a:pt x="58972" y="27960"/>
                </a:moveTo>
                <a:cubicBezTo>
                  <a:pt x="58972" y="43462"/>
                  <a:pt x="45517" y="56029"/>
                  <a:pt x="28920" y="56029"/>
                </a:cubicBezTo>
                <a:cubicBezTo>
                  <a:pt x="12323" y="56029"/>
                  <a:pt x="-1132" y="43462"/>
                  <a:pt x="-1132" y="27960"/>
                </a:cubicBezTo>
                <a:cubicBezTo>
                  <a:pt x="-1132" y="12458"/>
                  <a:pt x="12323" y="-110"/>
                  <a:pt x="28920" y="-110"/>
                </a:cubicBezTo>
                <a:cubicBezTo>
                  <a:pt x="45510" y="-117"/>
                  <a:pt x="58963" y="12439"/>
                  <a:pt x="58972" y="27933"/>
                </a:cubicBezTo>
                <a:cubicBezTo>
                  <a:pt x="58972" y="27943"/>
                  <a:pt x="58972" y="27951"/>
                  <a:pt x="58972" y="27960"/>
                </a:cubicBezTo>
                <a:close/>
                <a:moveTo>
                  <a:pt x="312113" y="27960"/>
                </a:moveTo>
                <a:cubicBezTo>
                  <a:pt x="312113" y="43462"/>
                  <a:pt x="298659" y="56029"/>
                  <a:pt x="282062" y="56029"/>
                </a:cubicBezTo>
                <a:cubicBezTo>
                  <a:pt x="265466" y="56029"/>
                  <a:pt x="252010" y="43462"/>
                  <a:pt x="252010" y="27960"/>
                </a:cubicBezTo>
                <a:cubicBezTo>
                  <a:pt x="252010" y="12458"/>
                  <a:pt x="265466" y="-110"/>
                  <a:pt x="282062" y="-110"/>
                </a:cubicBezTo>
                <a:cubicBezTo>
                  <a:pt x="298650" y="-91"/>
                  <a:pt x="312095" y="12465"/>
                  <a:pt x="312113" y="27960"/>
                </a:cubicBezTo>
                <a:close/>
                <a:moveTo>
                  <a:pt x="565186" y="27960"/>
                </a:moveTo>
                <a:cubicBezTo>
                  <a:pt x="565186" y="43462"/>
                  <a:pt x="551730" y="56029"/>
                  <a:pt x="535134" y="56029"/>
                </a:cubicBezTo>
                <a:cubicBezTo>
                  <a:pt x="518537" y="56029"/>
                  <a:pt x="505082" y="43462"/>
                  <a:pt x="505082" y="27960"/>
                </a:cubicBezTo>
                <a:cubicBezTo>
                  <a:pt x="505082" y="12458"/>
                  <a:pt x="518537" y="-110"/>
                  <a:pt x="535134" y="-110"/>
                </a:cubicBezTo>
                <a:cubicBezTo>
                  <a:pt x="551723" y="-117"/>
                  <a:pt x="565176" y="12439"/>
                  <a:pt x="565186" y="27933"/>
                </a:cubicBezTo>
                <a:cubicBezTo>
                  <a:pt x="565186" y="27943"/>
                  <a:pt x="565186" y="27951"/>
                  <a:pt x="565186" y="27960"/>
                </a:cubicBezTo>
                <a:close/>
                <a:moveTo>
                  <a:pt x="818327" y="27960"/>
                </a:moveTo>
                <a:cubicBezTo>
                  <a:pt x="818327" y="43462"/>
                  <a:pt x="804873" y="56029"/>
                  <a:pt x="788276" y="56029"/>
                </a:cubicBezTo>
                <a:cubicBezTo>
                  <a:pt x="771678" y="56029"/>
                  <a:pt x="758224" y="43462"/>
                  <a:pt x="758224" y="27960"/>
                </a:cubicBezTo>
                <a:cubicBezTo>
                  <a:pt x="758224" y="12458"/>
                  <a:pt x="771678" y="-110"/>
                  <a:pt x="788276" y="-110"/>
                </a:cubicBezTo>
                <a:cubicBezTo>
                  <a:pt x="804866" y="-117"/>
                  <a:pt x="818318" y="12439"/>
                  <a:pt x="818327" y="27933"/>
                </a:cubicBezTo>
                <a:cubicBezTo>
                  <a:pt x="818327" y="27943"/>
                  <a:pt x="818327" y="27951"/>
                  <a:pt x="818327" y="27960"/>
                </a:cubicBezTo>
                <a:close/>
                <a:moveTo>
                  <a:pt x="1071469" y="27960"/>
                </a:moveTo>
                <a:cubicBezTo>
                  <a:pt x="1071469" y="43462"/>
                  <a:pt x="1058015" y="56029"/>
                  <a:pt x="1041418" y="56029"/>
                </a:cubicBezTo>
                <a:cubicBezTo>
                  <a:pt x="1024821" y="56029"/>
                  <a:pt x="1011366" y="43462"/>
                  <a:pt x="1011366" y="27960"/>
                </a:cubicBezTo>
                <a:cubicBezTo>
                  <a:pt x="1011366" y="12458"/>
                  <a:pt x="1024821" y="-110"/>
                  <a:pt x="1041418" y="-110"/>
                </a:cubicBezTo>
                <a:cubicBezTo>
                  <a:pt x="1058008" y="-117"/>
                  <a:pt x="1071461" y="12439"/>
                  <a:pt x="1071469" y="27933"/>
                </a:cubicBezTo>
                <a:cubicBezTo>
                  <a:pt x="1071469" y="27943"/>
                  <a:pt x="1071469" y="27951"/>
                  <a:pt x="1071469" y="27960"/>
                </a:cubicBezTo>
                <a:close/>
                <a:moveTo>
                  <a:pt x="1324610" y="27960"/>
                </a:moveTo>
                <a:cubicBezTo>
                  <a:pt x="1324610" y="43462"/>
                  <a:pt x="1311155" y="56029"/>
                  <a:pt x="1294558" y="56029"/>
                </a:cubicBezTo>
                <a:cubicBezTo>
                  <a:pt x="1277961" y="56029"/>
                  <a:pt x="1264506" y="43462"/>
                  <a:pt x="1264506" y="27960"/>
                </a:cubicBezTo>
                <a:cubicBezTo>
                  <a:pt x="1264506" y="12458"/>
                  <a:pt x="1277961" y="-110"/>
                  <a:pt x="1294558" y="-110"/>
                </a:cubicBezTo>
                <a:cubicBezTo>
                  <a:pt x="1311146" y="-91"/>
                  <a:pt x="1324591" y="12465"/>
                  <a:pt x="1324610" y="27960"/>
                </a:cubicBezTo>
                <a:close/>
                <a:moveTo>
                  <a:pt x="58972" y="210009"/>
                </a:moveTo>
                <a:cubicBezTo>
                  <a:pt x="58972" y="225511"/>
                  <a:pt x="45517" y="238078"/>
                  <a:pt x="28920" y="238078"/>
                </a:cubicBezTo>
                <a:cubicBezTo>
                  <a:pt x="12323" y="238078"/>
                  <a:pt x="-1132" y="225511"/>
                  <a:pt x="-1132" y="210009"/>
                </a:cubicBezTo>
                <a:cubicBezTo>
                  <a:pt x="-1132" y="194506"/>
                  <a:pt x="12323" y="181939"/>
                  <a:pt x="28920" y="181939"/>
                </a:cubicBezTo>
                <a:cubicBezTo>
                  <a:pt x="45510" y="181932"/>
                  <a:pt x="58963" y="194488"/>
                  <a:pt x="58972" y="209983"/>
                </a:cubicBezTo>
                <a:cubicBezTo>
                  <a:pt x="58972" y="209992"/>
                  <a:pt x="58972" y="210000"/>
                  <a:pt x="58972" y="210009"/>
                </a:cubicBezTo>
                <a:close/>
                <a:moveTo>
                  <a:pt x="312113" y="210009"/>
                </a:moveTo>
                <a:cubicBezTo>
                  <a:pt x="312113" y="225511"/>
                  <a:pt x="298659" y="238078"/>
                  <a:pt x="282062" y="238078"/>
                </a:cubicBezTo>
                <a:cubicBezTo>
                  <a:pt x="265466" y="238078"/>
                  <a:pt x="252010" y="225511"/>
                  <a:pt x="252010" y="210009"/>
                </a:cubicBezTo>
                <a:cubicBezTo>
                  <a:pt x="252010" y="194506"/>
                  <a:pt x="265466" y="181939"/>
                  <a:pt x="282062" y="181939"/>
                </a:cubicBezTo>
                <a:cubicBezTo>
                  <a:pt x="298650" y="181958"/>
                  <a:pt x="312095" y="194514"/>
                  <a:pt x="312113" y="210009"/>
                </a:cubicBezTo>
                <a:close/>
                <a:moveTo>
                  <a:pt x="565186" y="210009"/>
                </a:moveTo>
                <a:cubicBezTo>
                  <a:pt x="565186" y="225511"/>
                  <a:pt x="551730" y="238078"/>
                  <a:pt x="535134" y="238078"/>
                </a:cubicBezTo>
                <a:cubicBezTo>
                  <a:pt x="518537" y="238078"/>
                  <a:pt x="505082" y="225511"/>
                  <a:pt x="505082" y="210009"/>
                </a:cubicBezTo>
                <a:cubicBezTo>
                  <a:pt x="505082" y="194506"/>
                  <a:pt x="518537" y="181939"/>
                  <a:pt x="535134" y="181939"/>
                </a:cubicBezTo>
                <a:cubicBezTo>
                  <a:pt x="551723" y="181932"/>
                  <a:pt x="565176" y="194488"/>
                  <a:pt x="565186" y="209983"/>
                </a:cubicBezTo>
                <a:cubicBezTo>
                  <a:pt x="565186" y="209992"/>
                  <a:pt x="565186" y="210000"/>
                  <a:pt x="565186" y="210009"/>
                </a:cubicBezTo>
                <a:close/>
                <a:moveTo>
                  <a:pt x="818327" y="210009"/>
                </a:moveTo>
                <a:cubicBezTo>
                  <a:pt x="818327" y="225511"/>
                  <a:pt x="804873" y="238078"/>
                  <a:pt x="788276" y="238078"/>
                </a:cubicBezTo>
                <a:cubicBezTo>
                  <a:pt x="771678" y="238078"/>
                  <a:pt x="758224" y="225511"/>
                  <a:pt x="758224" y="210009"/>
                </a:cubicBezTo>
                <a:cubicBezTo>
                  <a:pt x="758224" y="194506"/>
                  <a:pt x="771678" y="181939"/>
                  <a:pt x="788276" y="181939"/>
                </a:cubicBezTo>
                <a:cubicBezTo>
                  <a:pt x="804866" y="181932"/>
                  <a:pt x="818318" y="194488"/>
                  <a:pt x="818327" y="209983"/>
                </a:cubicBezTo>
                <a:cubicBezTo>
                  <a:pt x="818327" y="209992"/>
                  <a:pt x="818327" y="210000"/>
                  <a:pt x="818327" y="210009"/>
                </a:cubicBezTo>
                <a:close/>
                <a:moveTo>
                  <a:pt x="1071469" y="210009"/>
                </a:moveTo>
                <a:cubicBezTo>
                  <a:pt x="1071469" y="225511"/>
                  <a:pt x="1058015" y="238078"/>
                  <a:pt x="1041418" y="238078"/>
                </a:cubicBezTo>
                <a:cubicBezTo>
                  <a:pt x="1024821" y="238078"/>
                  <a:pt x="1011366" y="225511"/>
                  <a:pt x="1011366" y="210009"/>
                </a:cubicBezTo>
                <a:cubicBezTo>
                  <a:pt x="1011366" y="194506"/>
                  <a:pt x="1024821" y="181939"/>
                  <a:pt x="1041418" y="181939"/>
                </a:cubicBezTo>
                <a:cubicBezTo>
                  <a:pt x="1058008" y="181932"/>
                  <a:pt x="1071461" y="194488"/>
                  <a:pt x="1071469" y="209983"/>
                </a:cubicBezTo>
                <a:cubicBezTo>
                  <a:pt x="1071469" y="209992"/>
                  <a:pt x="1071469" y="210000"/>
                  <a:pt x="1071469" y="210009"/>
                </a:cubicBezTo>
                <a:close/>
                <a:moveTo>
                  <a:pt x="1324610" y="210009"/>
                </a:moveTo>
                <a:cubicBezTo>
                  <a:pt x="1324610" y="225511"/>
                  <a:pt x="1311155" y="238078"/>
                  <a:pt x="1294558" y="238078"/>
                </a:cubicBezTo>
                <a:cubicBezTo>
                  <a:pt x="1277961" y="238078"/>
                  <a:pt x="1264506" y="225511"/>
                  <a:pt x="1264506" y="210009"/>
                </a:cubicBezTo>
                <a:cubicBezTo>
                  <a:pt x="1264506" y="194506"/>
                  <a:pt x="1277961" y="181939"/>
                  <a:pt x="1294558" y="181939"/>
                </a:cubicBezTo>
                <a:cubicBezTo>
                  <a:pt x="1311146" y="181958"/>
                  <a:pt x="1324591" y="194514"/>
                  <a:pt x="1324610" y="210009"/>
                </a:cubicBezTo>
                <a:close/>
                <a:moveTo>
                  <a:pt x="58972" y="392058"/>
                </a:moveTo>
                <a:cubicBezTo>
                  <a:pt x="58972" y="407560"/>
                  <a:pt x="45517" y="420127"/>
                  <a:pt x="28920" y="420127"/>
                </a:cubicBezTo>
                <a:cubicBezTo>
                  <a:pt x="12323" y="420127"/>
                  <a:pt x="-1132" y="407560"/>
                  <a:pt x="-1132" y="392058"/>
                </a:cubicBezTo>
                <a:cubicBezTo>
                  <a:pt x="-1132" y="376555"/>
                  <a:pt x="12323" y="363988"/>
                  <a:pt x="28920" y="363988"/>
                </a:cubicBezTo>
                <a:cubicBezTo>
                  <a:pt x="45510" y="363981"/>
                  <a:pt x="58963" y="376536"/>
                  <a:pt x="58972" y="392031"/>
                </a:cubicBezTo>
                <a:cubicBezTo>
                  <a:pt x="58972" y="392039"/>
                  <a:pt x="58972" y="392049"/>
                  <a:pt x="58972" y="392058"/>
                </a:cubicBezTo>
                <a:close/>
                <a:moveTo>
                  <a:pt x="312113" y="392058"/>
                </a:moveTo>
                <a:cubicBezTo>
                  <a:pt x="312113" y="407560"/>
                  <a:pt x="298659" y="420127"/>
                  <a:pt x="282062" y="420127"/>
                </a:cubicBezTo>
                <a:cubicBezTo>
                  <a:pt x="265466" y="420127"/>
                  <a:pt x="252010" y="407560"/>
                  <a:pt x="252010" y="392058"/>
                </a:cubicBezTo>
                <a:cubicBezTo>
                  <a:pt x="252010" y="376555"/>
                  <a:pt x="265466" y="363988"/>
                  <a:pt x="282062" y="363988"/>
                </a:cubicBezTo>
                <a:cubicBezTo>
                  <a:pt x="298650" y="364007"/>
                  <a:pt x="312095" y="376563"/>
                  <a:pt x="312113" y="392058"/>
                </a:cubicBezTo>
                <a:close/>
                <a:moveTo>
                  <a:pt x="565186" y="392058"/>
                </a:moveTo>
                <a:cubicBezTo>
                  <a:pt x="565186" y="407560"/>
                  <a:pt x="551730" y="420127"/>
                  <a:pt x="535134" y="420127"/>
                </a:cubicBezTo>
                <a:cubicBezTo>
                  <a:pt x="518537" y="420127"/>
                  <a:pt x="505082" y="407560"/>
                  <a:pt x="505082" y="392058"/>
                </a:cubicBezTo>
                <a:cubicBezTo>
                  <a:pt x="505082" y="376555"/>
                  <a:pt x="518537" y="363988"/>
                  <a:pt x="535134" y="363988"/>
                </a:cubicBezTo>
                <a:cubicBezTo>
                  <a:pt x="551723" y="363981"/>
                  <a:pt x="565176" y="376536"/>
                  <a:pt x="565186" y="392031"/>
                </a:cubicBezTo>
                <a:cubicBezTo>
                  <a:pt x="565186" y="392039"/>
                  <a:pt x="565186" y="392049"/>
                  <a:pt x="565186" y="392058"/>
                </a:cubicBezTo>
                <a:close/>
                <a:moveTo>
                  <a:pt x="818327" y="392058"/>
                </a:moveTo>
                <a:cubicBezTo>
                  <a:pt x="818327" y="407560"/>
                  <a:pt x="804873" y="420127"/>
                  <a:pt x="788276" y="420127"/>
                </a:cubicBezTo>
                <a:cubicBezTo>
                  <a:pt x="771678" y="420127"/>
                  <a:pt x="758224" y="407560"/>
                  <a:pt x="758224" y="392058"/>
                </a:cubicBezTo>
                <a:cubicBezTo>
                  <a:pt x="758224" y="376555"/>
                  <a:pt x="771678" y="363988"/>
                  <a:pt x="788276" y="363988"/>
                </a:cubicBezTo>
                <a:cubicBezTo>
                  <a:pt x="804866" y="363981"/>
                  <a:pt x="818318" y="376536"/>
                  <a:pt x="818327" y="392031"/>
                </a:cubicBezTo>
                <a:cubicBezTo>
                  <a:pt x="818327" y="392039"/>
                  <a:pt x="818327" y="392049"/>
                  <a:pt x="818327" y="392058"/>
                </a:cubicBezTo>
                <a:close/>
                <a:moveTo>
                  <a:pt x="1071469" y="392058"/>
                </a:moveTo>
                <a:cubicBezTo>
                  <a:pt x="1071469" y="407560"/>
                  <a:pt x="1058015" y="420127"/>
                  <a:pt x="1041418" y="420127"/>
                </a:cubicBezTo>
                <a:cubicBezTo>
                  <a:pt x="1024821" y="420127"/>
                  <a:pt x="1011366" y="407560"/>
                  <a:pt x="1011366" y="392058"/>
                </a:cubicBezTo>
                <a:cubicBezTo>
                  <a:pt x="1011366" y="376555"/>
                  <a:pt x="1024821" y="363988"/>
                  <a:pt x="1041418" y="363988"/>
                </a:cubicBezTo>
                <a:cubicBezTo>
                  <a:pt x="1058008" y="363981"/>
                  <a:pt x="1071461" y="376536"/>
                  <a:pt x="1071469" y="392031"/>
                </a:cubicBezTo>
                <a:cubicBezTo>
                  <a:pt x="1071469" y="392039"/>
                  <a:pt x="1071469" y="392049"/>
                  <a:pt x="1071469" y="392058"/>
                </a:cubicBezTo>
                <a:close/>
                <a:moveTo>
                  <a:pt x="1324610" y="392058"/>
                </a:moveTo>
                <a:cubicBezTo>
                  <a:pt x="1324610" y="407560"/>
                  <a:pt x="1311155" y="420127"/>
                  <a:pt x="1294558" y="420127"/>
                </a:cubicBezTo>
                <a:cubicBezTo>
                  <a:pt x="1277961" y="420127"/>
                  <a:pt x="1264506" y="407560"/>
                  <a:pt x="1264506" y="392058"/>
                </a:cubicBezTo>
                <a:cubicBezTo>
                  <a:pt x="1264506" y="376555"/>
                  <a:pt x="1277961" y="363988"/>
                  <a:pt x="1294558" y="363988"/>
                </a:cubicBezTo>
                <a:cubicBezTo>
                  <a:pt x="1311146" y="364007"/>
                  <a:pt x="1324591" y="376563"/>
                  <a:pt x="1324610" y="392058"/>
                </a:cubicBezTo>
                <a:close/>
                <a:moveTo>
                  <a:pt x="58972" y="574107"/>
                </a:moveTo>
                <a:cubicBezTo>
                  <a:pt x="58972" y="589609"/>
                  <a:pt x="45517" y="602176"/>
                  <a:pt x="28920" y="602176"/>
                </a:cubicBezTo>
                <a:cubicBezTo>
                  <a:pt x="12323" y="602176"/>
                  <a:pt x="-1132" y="589609"/>
                  <a:pt x="-1132" y="574107"/>
                </a:cubicBezTo>
                <a:cubicBezTo>
                  <a:pt x="-1132" y="558604"/>
                  <a:pt x="12323" y="546037"/>
                  <a:pt x="28920" y="546037"/>
                </a:cubicBezTo>
                <a:cubicBezTo>
                  <a:pt x="45510" y="546030"/>
                  <a:pt x="58963" y="558585"/>
                  <a:pt x="58972" y="574080"/>
                </a:cubicBezTo>
                <a:cubicBezTo>
                  <a:pt x="58972" y="574089"/>
                  <a:pt x="58972" y="574098"/>
                  <a:pt x="58972" y="574107"/>
                </a:cubicBezTo>
                <a:close/>
                <a:moveTo>
                  <a:pt x="312113" y="574107"/>
                </a:moveTo>
                <a:cubicBezTo>
                  <a:pt x="312113" y="589609"/>
                  <a:pt x="298659" y="602176"/>
                  <a:pt x="282062" y="602176"/>
                </a:cubicBezTo>
                <a:cubicBezTo>
                  <a:pt x="265466" y="602176"/>
                  <a:pt x="252010" y="589609"/>
                  <a:pt x="252010" y="574107"/>
                </a:cubicBezTo>
                <a:cubicBezTo>
                  <a:pt x="252010" y="558604"/>
                  <a:pt x="265466" y="546037"/>
                  <a:pt x="282062" y="546037"/>
                </a:cubicBezTo>
                <a:cubicBezTo>
                  <a:pt x="298650" y="546056"/>
                  <a:pt x="312095" y="558612"/>
                  <a:pt x="312113" y="574107"/>
                </a:cubicBezTo>
                <a:close/>
                <a:moveTo>
                  <a:pt x="565186" y="574107"/>
                </a:moveTo>
                <a:cubicBezTo>
                  <a:pt x="565186" y="589609"/>
                  <a:pt x="551730" y="602176"/>
                  <a:pt x="535134" y="602176"/>
                </a:cubicBezTo>
                <a:cubicBezTo>
                  <a:pt x="518537" y="602176"/>
                  <a:pt x="505082" y="589609"/>
                  <a:pt x="505082" y="574107"/>
                </a:cubicBezTo>
                <a:cubicBezTo>
                  <a:pt x="505082" y="558604"/>
                  <a:pt x="518537" y="546037"/>
                  <a:pt x="535134" y="546037"/>
                </a:cubicBezTo>
                <a:cubicBezTo>
                  <a:pt x="551723" y="546030"/>
                  <a:pt x="565176" y="558585"/>
                  <a:pt x="565186" y="574080"/>
                </a:cubicBezTo>
                <a:cubicBezTo>
                  <a:pt x="565186" y="574089"/>
                  <a:pt x="565186" y="574098"/>
                  <a:pt x="565186" y="574107"/>
                </a:cubicBezTo>
                <a:close/>
                <a:moveTo>
                  <a:pt x="818327" y="574107"/>
                </a:moveTo>
                <a:cubicBezTo>
                  <a:pt x="818327" y="589609"/>
                  <a:pt x="804873" y="602176"/>
                  <a:pt x="788276" y="602176"/>
                </a:cubicBezTo>
                <a:cubicBezTo>
                  <a:pt x="771678" y="602176"/>
                  <a:pt x="758224" y="589609"/>
                  <a:pt x="758224" y="574107"/>
                </a:cubicBezTo>
                <a:cubicBezTo>
                  <a:pt x="758224" y="558604"/>
                  <a:pt x="771678" y="546037"/>
                  <a:pt x="788276" y="546037"/>
                </a:cubicBezTo>
                <a:cubicBezTo>
                  <a:pt x="804866" y="546030"/>
                  <a:pt x="818318" y="558585"/>
                  <a:pt x="818327" y="574080"/>
                </a:cubicBezTo>
                <a:cubicBezTo>
                  <a:pt x="818327" y="574089"/>
                  <a:pt x="818327" y="574098"/>
                  <a:pt x="818327" y="574107"/>
                </a:cubicBezTo>
                <a:close/>
                <a:moveTo>
                  <a:pt x="1071469" y="574107"/>
                </a:moveTo>
                <a:cubicBezTo>
                  <a:pt x="1071469" y="589609"/>
                  <a:pt x="1058015" y="602176"/>
                  <a:pt x="1041418" y="602176"/>
                </a:cubicBezTo>
                <a:cubicBezTo>
                  <a:pt x="1024821" y="602176"/>
                  <a:pt x="1011366" y="589609"/>
                  <a:pt x="1011366" y="574107"/>
                </a:cubicBezTo>
                <a:cubicBezTo>
                  <a:pt x="1011366" y="558604"/>
                  <a:pt x="1024821" y="546037"/>
                  <a:pt x="1041418" y="546037"/>
                </a:cubicBezTo>
                <a:cubicBezTo>
                  <a:pt x="1058008" y="546030"/>
                  <a:pt x="1071461" y="558585"/>
                  <a:pt x="1071469" y="574080"/>
                </a:cubicBezTo>
                <a:cubicBezTo>
                  <a:pt x="1071469" y="574089"/>
                  <a:pt x="1071469" y="574098"/>
                  <a:pt x="1071469" y="574107"/>
                </a:cubicBezTo>
                <a:close/>
                <a:moveTo>
                  <a:pt x="1324610" y="574107"/>
                </a:moveTo>
                <a:cubicBezTo>
                  <a:pt x="1324610" y="589609"/>
                  <a:pt x="1311155" y="602176"/>
                  <a:pt x="1294558" y="602176"/>
                </a:cubicBezTo>
                <a:cubicBezTo>
                  <a:pt x="1277961" y="602176"/>
                  <a:pt x="1264506" y="589609"/>
                  <a:pt x="1264506" y="574107"/>
                </a:cubicBezTo>
                <a:cubicBezTo>
                  <a:pt x="1264506" y="558604"/>
                  <a:pt x="1277961" y="546037"/>
                  <a:pt x="1294558" y="546037"/>
                </a:cubicBezTo>
                <a:cubicBezTo>
                  <a:pt x="1311146" y="546056"/>
                  <a:pt x="1324591" y="558612"/>
                  <a:pt x="1324610" y="574107"/>
                </a:cubicBezTo>
                <a:close/>
                <a:moveTo>
                  <a:pt x="58972" y="756156"/>
                </a:moveTo>
                <a:cubicBezTo>
                  <a:pt x="58972" y="771658"/>
                  <a:pt x="45517" y="784225"/>
                  <a:pt x="28920" y="784225"/>
                </a:cubicBezTo>
                <a:cubicBezTo>
                  <a:pt x="12323" y="784225"/>
                  <a:pt x="-1132" y="771658"/>
                  <a:pt x="-1132" y="756156"/>
                </a:cubicBezTo>
                <a:cubicBezTo>
                  <a:pt x="-1132" y="740653"/>
                  <a:pt x="12323" y="728086"/>
                  <a:pt x="28920" y="728086"/>
                </a:cubicBezTo>
                <a:cubicBezTo>
                  <a:pt x="45510" y="728078"/>
                  <a:pt x="58963" y="740634"/>
                  <a:pt x="58972" y="756128"/>
                </a:cubicBezTo>
                <a:cubicBezTo>
                  <a:pt x="58972" y="756137"/>
                  <a:pt x="58972" y="756146"/>
                  <a:pt x="58972" y="756156"/>
                </a:cubicBezTo>
                <a:close/>
                <a:moveTo>
                  <a:pt x="312113" y="756156"/>
                </a:moveTo>
                <a:cubicBezTo>
                  <a:pt x="312113" y="771658"/>
                  <a:pt x="298659" y="784225"/>
                  <a:pt x="282062" y="784225"/>
                </a:cubicBezTo>
                <a:cubicBezTo>
                  <a:pt x="265466" y="784225"/>
                  <a:pt x="252010" y="771658"/>
                  <a:pt x="252010" y="756156"/>
                </a:cubicBezTo>
                <a:cubicBezTo>
                  <a:pt x="252010" y="740653"/>
                  <a:pt x="265466" y="728086"/>
                  <a:pt x="282062" y="728086"/>
                </a:cubicBezTo>
                <a:cubicBezTo>
                  <a:pt x="298650" y="728103"/>
                  <a:pt x="312095" y="740661"/>
                  <a:pt x="312113" y="756156"/>
                </a:cubicBezTo>
                <a:close/>
                <a:moveTo>
                  <a:pt x="565186" y="756156"/>
                </a:moveTo>
                <a:cubicBezTo>
                  <a:pt x="565186" y="771658"/>
                  <a:pt x="551730" y="784225"/>
                  <a:pt x="535134" y="784225"/>
                </a:cubicBezTo>
                <a:cubicBezTo>
                  <a:pt x="518537" y="784225"/>
                  <a:pt x="505082" y="771658"/>
                  <a:pt x="505082" y="756156"/>
                </a:cubicBezTo>
                <a:cubicBezTo>
                  <a:pt x="505082" y="740653"/>
                  <a:pt x="518537" y="728086"/>
                  <a:pt x="535134" y="728086"/>
                </a:cubicBezTo>
                <a:cubicBezTo>
                  <a:pt x="551723" y="728078"/>
                  <a:pt x="565176" y="740634"/>
                  <a:pt x="565186" y="756128"/>
                </a:cubicBezTo>
                <a:cubicBezTo>
                  <a:pt x="565186" y="756137"/>
                  <a:pt x="565186" y="756146"/>
                  <a:pt x="565186" y="756156"/>
                </a:cubicBezTo>
                <a:close/>
                <a:moveTo>
                  <a:pt x="818327" y="756156"/>
                </a:moveTo>
                <a:cubicBezTo>
                  <a:pt x="818327" y="771658"/>
                  <a:pt x="804873" y="784225"/>
                  <a:pt x="788276" y="784225"/>
                </a:cubicBezTo>
                <a:cubicBezTo>
                  <a:pt x="771678" y="784225"/>
                  <a:pt x="758224" y="771658"/>
                  <a:pt x="758224" y="756156"/>
                </a:cubicBezTo>
                <a:cubicBezTo>
                  <a:pt x="758224" y="740653"/>
                  <a:pt x="771678" y="728086"/>
                  <a:pt x="788276" y="728086"/>
                </a:cubicBezTo>
                <a:cubicBezTo>
                  <a:pt x="804866" y="728078"/>
                  <a:pt x="818318" y="740634"/>
                  <a:pt x="818327" y="756128"/>
                </a:cubicBezTo>
                <a:cubicBezTo>
                  <a:pt x="818327" y="756137"/>
                  <a:pt x="818327" y="756146"/>
                  <a:pt x="818327" y="756156"/>
                </a:cubicBezTo>
                <a:close/>
                <a:moveTo>
                  <a:pt x="1071469" y="756156"/>
                </a:moveTo>
                <a:cubicBezTo>
                  <a:pt x="1071469" y="771658"/>
                  <a:pt x="1058015" y="784225"/>
                  <a:pt x="1041418" y="784225"/>
                </a:cubicBezTo>
                <a:cubicBezTo>
                  <a:pt x="1024821" y="784225"/>
                  <a:pt x="1011366" y="771658"/>
                  <a:pt x="1011366" y="756156"/>
                </a:cubicBezTo>
                <a:cubicBezTo>
                  <a:pt x="1011366" y="740653"/>
                  <a:pt x="1024821" y="728086"/>
                  <a:pt x="1041418" y="728086"/>
                </a:cubicBezTo>
                <a:cubicBezTo>
                  <a:pt x="1058008" y="728078"/>
                  <a:pt x="1071461" y="740634"/>
                  <a:pt x="1071469" y="756128"/>
                </a:cubicBezTo>
                <a:cubicBezTo>
                  <a:pt x="1071469" y="756137"/>
                  <a:pt x="1071469" y="756146"/>
                  <a:pt x="1071469" y="756156"/>
                </a:cubicBezTo>
                <a:close/>
                <a:moveTo>
                  <a:pt x="1324610" y="756156"/>
                </a:moveTo>
                <a:cubicBezTo>
                  <a:pt x="1324610" y="771658"/>
                  <a:pt x="1311155" y="784225"/>
                  <a:pt x="1294558" y="784225"/>
                </a:cubicBezTo>
                <a:cubicBezTo>
                  <a:pt x="1277961" y="784225"/>
                  <a:pt x="1264506" y="771658"/>
                  <a:pt x="1264506" y="756156"/>
                </a:cubicBezTo>
                <a:cubicBezTo>
                  <a:pt x="1264506" y="740653"/>
                  <a:pt x="1277961" y="728086"/>
                  <a:pt x="1294558" y="728086"/>
                </a:cubicBezTo>
                <a:cubicBezTo>
                  <a:pt x="1311146" y="728103"/>
                  <a:pt x="1324591" y="740661"/>
                  <a:pt x="1324610" y="756156"/>
                </a:cubicBezTo>
                <a:close/>
              </a:path>
            </a:pathLst>
          </a:custGeom>
          <a:solidFill>
            <a:srgbClr val="FFFFFF"/>
          </a:solidFill>
        </p:spPr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59C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11-20:12:02-d3l4j4gs8jdo4os5ek60.jpg"/>
          <p:cNvPicPr>
            <a:picLocks noChangeAspect="1"/>
          </p:cNvPicPr>
          <p:nvPr/>
        </p:nvPicPr>
        <p:blipFill>
          <a:blip r:embed="rId1">
            <a:alphaModFix amt="26000"/>
          </a:blip>
          <a:stretch>
            <a:fillRect/>
          </a:stretch>
        </p:blipFill>
        <p:spPr>
          <a:xfrm>
            <a:off x="0" y="0"/>
            <a:ext cx="12213590" cy="6857365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10-11-20:12:01-d3l4j48s8jdo4os5ek3g.png"/>
          <p:cNvPicPr>
            <a:picLocks noChangeAspect="1"/>
          </p:cNvPicPr>
          <p:nvPr/>
        </p:nvPicPr>
        <p:blipFill>
          <a:blip r:embed="rId2"/>
          <a:srcRect l="7886" r="-4156" b="-1269"/>
          <a:stretch>
            <a:fillRect/>
          </a:stretch>
        </p:blipFill>
        <p:spPr>
          <a:xfrm>
            <a:off x="0" y="635"/>
            <a:ext cx="3675380" cy="6943725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34035" y="2204720"/>
            <a:ext cx="1021080" cy="202819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6000" b="1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目录</a:t>
            </a:r>
            <a:endParaRPr lang="en-US" sz="1600" dirty="0"/>
          </a:p>
        </p:txBody>
      </p:sp>
      <p:sp>
        <p:nvSpPr>
          <p:cNvPr id="5" name="Text 1"/>
          <p:cNvSpPr/>
          <p:nvPr/>
        </p:nvSpPr>
        <p:spPr>
          <a:xfrm rot="5400000">
            <a:off x="323850" y="3374390"/>
            <a:ext cx="2479040" cy="4381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800" kern="0" spc="3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CONTENTS</a:t>
            </a:r>
            <a:endParaRPr lang="en-US" sz="1600" dirty="0"/>
          </a:p>
        </p:txBody>
      </p:sp>
      <p:sp>
        <p:nvSpPr>
          <p:cNvPr id="6" name="Shape 2"/>
          <p:cNvSpPr/>
          <p:nvPr/>
        </p:nvSpPr>
        <p:spPr>
          <a:xfrm>
            <a:off x="637205" y="1160109"/>
            <a:ext cx="1141923" cy="723293"/>
          </a:xfrm>
          <a:custGeom>
            <a:avLst/>
            <a:gdLst/>
            <a:ahLst/>
            <a:cxnLst/>
            <a:rect l="l" t="t" r="r" b="b"/>
            <a:pathLst>
              <a:path w="1141923" h="723293">
                <a:moveTo>
                  <a:pt x="50838" y="25788"/>
                </a:moveTo>
                <a:cubicBezTo>
                  <a:pt x="50838" y="40086"/>
                  <a:pt x="39239" y="51676"/>
                  <a:pt x="24931" y="51676"/>
                </a:cubicBezTo>
                <a:cubicBezTo>
                  <a:pt x="10623" y="51676"/>
                  <a:pt x="-976" y="40086"/>
                  <a:pt x="-976" y="25788"/>
                </a:cubicBezTo>
                <a:cubicBezTo>
                  <a:pt x="-976" y="11490"/>
                  <a:pt x="10623" y="-101"/>
                  <a:pt x="24931" y="-101"/>
                </a:cubicBezTo>
                <a:cubicBezTo>
                  <a:pt x="39233" y="-108"/>
                  <a:pt x="50831" y="11473"/>
                  <a:pt x="50838" y="25763"/>
                </a:cubicBezTo>
                <a:cubicBezTo>
                  <a:pt x="50838" y="25772"/>
                  <a:pt x="50838" y="25780"/>
                  <a:pt x="50838" y="25788"/>
                </a:cubicBezTo>
                <a:close/>
                <a:moveTo>
                  <a:pt x="269068" y="25788"/>
                </a:moveTo>
                <a:cubicBezTo>
                  <a:pt x="269068" y="40086"/>
                  <a:pt x="257469" y="51676"/>
                  <a:pt x="243160" y="51676"/>
                </a:cubicBezTo>
                <a:cubicBezTo>
                  <a:pt x="228853" y="51676"/>
                  <a:pt x="217253" y="40086"/>
                  <a:pt x="217253" y="25788"/>
                </a:cubicBezTo>
                <a:cubicBezTo>
                  <a:pt x="217253" y="11490"/>
                  <a:pt x="228853" y="-101"/>
                  <a:pt x="243160" y="-101"/>
                </a:cubicBezTo>
                <a:cubicBezTo>
                  <a:pt x="257461" y="-84"/>
                  <a:pt x="269051" y="11497"/>
                  <a:pt x="269068" y="25788"/>
                </a:cubicBezTo>
                <a:close/>
                <a:moveTo>
                  <a:pt x="487237" y="25788"/>
                </a:moveTo>
                <a:cubicBezTo>
                  <a:pt x="487237" y="40086"/>
                  <a:pt x="475637" y="51676"/>
                  <a:pt x="461329" y="51676"/>
                </a:cubicBezTo>
                <a:cubicBezTo>
                  <a:pt x="447021" y="51676"/>
                  <a:pt x="435422" y="40086"/>
                  <a:pt x="435422" y="25788"/>
                </a:cubicBezTo>
                <a:cubicBezTo>
                  <a:pt x="435422" y="11490"/>
                  <a:pt x="447021" y="-101"/>
                  <a:pt x="461329" y="-101"/>
                </a:cubicBezTo>
                <a:cubicBezTo>
                  <a:pt x="475631" y="-108"/>
                  <a:pt x="487229" y="11473"/>
                  <a:pt x="487237" y="25763"/>
                </a:cubicBezTo>
                <a:cubicBezTo>
                  <a:pt x="487237" y="25772"/>
                  <a:pt x="487237" y="25780"/>
                  <a:pt x="487237" y="25788"/>
                </a:cubicBezTo>
                <a:close/>
                <a:moveTo>
                  <a:pt x="705466" y="25788"/>
                </a:moveTo>
                <a:cubicBezTo>
                  <a:pt x="705466" y="40086"/>
                  <a:pt x="693867" y="51676"/>
                  <a:pt x="679559" y="51676"/>
                </a:cubicBezTo>
                <a:cubicBezTo>
                  <a:pt x="665250" y="51676"/>
                  <a:pt x="653652" y="40086"/>
                  <a:pt x="653652" y="25788"/>
                </a:cubicBezTo>
                <a:cubicBezTo>
                  <a:pt x="653652" y="11490"/>
                  <a:pt x="665250" y="-101"/>
                  <a:pt x="679559" y="-101"/>
                </a:cubicBezTo>
                <a:cubicBezTo>
                  <a:pt x="693861" y="-108"/>
                  <a:pt x="705458" y="11473"/>
                  <a:pt x="705466" y="25763"/>
                </a:cubicBezTo>
                <a:cubicBezTo>
                  <a:pt x="705466" y="25772"/>
                  <a:pt x="705466" y="25780"/>
                  <a:pt x="705466" y="25788"/>
                </a:cubicBezTo>
                <a:close/>
                <a:moveTo>
                  <a:pt x="923695" y="25788"/>
                </a:moveTo>
                <a:cubicBezTo>
                  <a:pt x="923695" y="40086"/>
                  <a:pt x="912096" y="51676"/>
                  <a:pt x="897788" y="51676"/>
                </a:cubicBezTo>
                <a:cubicBezTo>
                  <a:pt x="883481" y="51676"/>
                  <a:pt x="871881" y="40086"/>
                  <a:pt x="871881" y="25788"/>
                </a:cubicBezTo>
                <a:cubicBezTo>
                  <a:pt x="871881" y="11490"/>
                  <a:pt x="883481" y="-101"/>
                  <a:pt x="897788" y="-101"/>
                </a:cubicBezTo>
                <a:cubicBezTo>
                  <a:pt x="912090" y="-108"/>
                  <a:pt x="923688" y="11473"/>
                  <a:pt x="923695" y="25763"/>
                </a:cubicBezTo>
                <a:cubicBezTo>
                  <a:pt x="923695" y="25772"/>
                  <a:pt x="923695" y="25780"/>
                  <a:pt x="923695" y="25788"/>
                </a:cubicBezTo>
                <a:close/>
                <a:moveTo>
                  <a:pt x="1141923" y="25788"/>
                </a:moveTo>
                <a:cubicBezTo>
                  <a:pt x="1141923" y="40086"/>
                  <a:pt x="1130324" y="51676"/>
                  <a:pt x="1116016" y="51676"/>
                </a:cubicBezTo>
                <a:cubicBezTo>
                  <a:pt x="1101708" y="51676"/>
                  <a:pt x="1090109" y="40086"/>
                  <a:pt x="1090109" y="25788"/>
                </a:cubicBezTo>
                <a:cubicBezTo>
                  <a:pt x="1090109" y="11490"/>
                  <a:pt x="1101708" y="-101"/>
                  <a:pt x="1116016" y="-101"/>
                </a:cubicBezTo>
                <a:cubicBezTo>
                  <a:pt x="1130316" y="-84"/>
                  <a:pt x="1141907" y="11497"/>
                  <a:pt x="1141923" y="25788"/>
                </a:cubicBezTo>
                <a:close/>
                <a:moveTo>
                  <a:pt x="50838" y="193692"/>
                </a:moveTo>
                <a:cubicBezTo>
                  <a:pt x="50838" y="207990"/>
                  <a:pt x="39239" y="219580"/>
                  <a:pt x="24931" y="219580"/>
                </a:cubicBezTo>
                <a:cubicBezTo>
                  <a:pt x="10623" y="219580"/>
                  <a:pt x="-976" y="207990"/>
                  <a:pt x="-976" y="193692"/>
                </a:cubicBezTo>
                <a:cubicBezTo>
                  <a:pt x="-976" y="179394"/>
                  <a:pt x="10623" y="167803"/>
                  <a:pt x="24931" y="167803"/>
                </a:cubicBezTo>
                <a:cubicBezTo>
                  <a:pt x="39233" y="167796"/>
                  <a:pt x="50831" y="179377"/>
                  <a:pt x="50838" y="193668"/>
                </a:cubicBezTo>
                <a:cubicBezTo>
                  <a:pt x="50838" y="193676"/>
                  <a:pt x="50838" y="193684"/>
                  <a:pt x="50838" y="193692"/>
                </a:cubicBezTo>
                <a:close/>
                <a:moveTo>
                  <a:pt x="269068" y="193692"/>
                </a:moveTo>
                <a:cubicBezTo>
                  <a:pt x="269068" y="207990"/>
                  <a:pt x="257469" y="219580"/>
                  <a:pt x="243160" y="219580"/>
                </a:cubicBezTo>
                <a:cubicBezTo>
                  <a:pt x="228853" y="219580"/>
                  <a:pt x="217253" y="207990"/>
                  <a:pt x="217253" y="193692"/>
                </a:cubicBezTo>
                <a:cubicBezTo>
                  <a:pt x="217253" y="179394"/>
                  <a:pt x="228853" y="167803"/>
                  <a:pt x="243160" y="167803"/>
                </a:cubicBezTo>
                <a:cubicBezTo>
                  <a:pt x="257461" y="167820"/>
                  <a:pt x="269051" y="179401"/>
                  <a:pt x="269068" y="193692"/>
                </a:cubicBezTo>
                <a:close/>
                <a:moveTo>
                  <a:pt x="487237" y="193692"/>
                </a:moveTo>
                <a:cubicBezTo>
                  <a:pt x="487237" y="207990"/>
                  <a:pt x="475637" y="219580"/>
                  <a:pt x="461329" y="219580"/>
                </a:cubicBezTo>
                <a:cubicBezTo>
                  <a:pt x="447021" y="219580"/>
                  <a:pt x="435422" y="207990"/>
                  <a:pt x="435422" y="193692"/>
                </a:cubicBezTo>
                <a:cubicBezTo>
                  <a:pt x="435422" y="179394"/>
                  <a:pt x="447021" y="167803"/>
                  <a:pt x="461329" y="167803"/>
                </a:cubicBezTo>
                <a:cubicBezTo>
                  <a:pt x="475631" y="167796"/>
                  <a:pt x="487229" y="179377"/>
                  <a:pt x="487237" y="193668"/>
                </a:cubicBezTo>
                <a:cubicBezTo>
                  <a:pt x="487237" y="193676"/>
                  <a:pt x="487237" y="193684"/>
                  <a:pt x="487237" y="193692"/>
                </a:cubicBezTo>
                <a:close/>
                <a:moveTo>
                  <a:pt x="705466" y="193692"/>
                </a:moveTo>
                <a:cubicBezTo>
                  <a:pt x="705466" y="207990"/>
                  <a:pt x="693867" y="219580"/>
                  <a:pt x="679559" y="219580"/>
                </a:cubicBezTo>
                <a:cubicBezTo>
                  <a:pt x="665250" y="219580"/>
                  <a:pt x="653652" y="207990"/>
                  <a:pt x="653652" y="193692"/>
                </a:cubicBezTo>
                <a:cubicBezTo>
                  <a:pt x="653652" y="179394"/>
                  <a:pt x="665250" y="167803"/>
                  <a:pt x="679559" y="167803"/>
                </a:cubicBezTo>
                <a:cubicBezTo>
                  <a:pt x="693861" y="167796"/>
                  <a:pt x="705458" y="179377"/>
                  <a:pt x="705466" y="193668"/>
                </a:cubicBezTo>
                <a:cubicBezTo>
                  <a:pt x="705466" y="193676"/>
                  <a:pt x="705466" y="193684"/>
                  <a:pt x="705466" y="193692"/>
                </a:cubicBezTo>
                <a:close/>
                <a:moveTo>
                  <a:pt x="923695" y="193692"/>
                </a:moveTo>
                <a:cubicBezTo>
                  <a:pt x="923695" y="207990"/>
                  <a:pt x="912096" y="219580"/>
                  <a:pt x="897788" y="219580"/>
                </a:cubicBezTo>
                <a:cubicBezTo>
                  <a:pt x="883481" y="219580"/>
                  <a:pt x="871881" y="207990"/>
                  <a:pt x="871881" y="193692"/>
                </a:cubicBezTo>
                <a:cubicBezTo>
                  <a:pt x="871881" y="179394"/>
                  <a:pt x="883481" y="167803"/>
                  <a:pt x="897788" y="167803"/>
                </a:cubicBezTo>
                <a:cubicBezTo>
                  <a:pt x="912090" y="167796"/>
                  <a:pt x="923688" y="179377"/>
                  <a:pt x="923695" y="193668"/>
                </a:cubicBezTo>
                <a:cubicBezTo>
                  <a:pt x="923695" y="193676"/>
                  <a:pt x="923695" y="193684"/>
                  <a:pt x="923695" y="193692"/>
                </a:cubicBezTo>
                <a:close/>
                <a:moveTo>
                  <a:pt x="1141923" y="193692"/>
                </a:moveTo>
                <a:cubicBezTo>
                  <a:pt x="1141923" y="207990"/>
                  <a:pt x="1130324" y="219580"/>
                  <a:pt x="1116016" y="219580"/>
                </a:cubicBezTo>
                <a:cubicBezTo>
                  <a:pt x="1101708" y="219580"/>
                  <a:pt x="1090109" y="207990"/>
                  <a:pt x="1090109" y="193692"/>
                </a:cubicBezTo>
                <a:cubicBezTo>
                  <a:pt x="1090109" y="179394"/>
                  <a:pt x="1101708" y="167803"/>
                  <a:pt x="1116016" y="167803"/>
                </a:cubicBezTo>
                <a:cubicBezTo>
                  <a:pt x="1130316" y="167820"/>
                  <a:pt x="1141907" y="179401"/>
                  <a:pt x="1141923" y="193692"/>
                </a:cubicBezTo>
                <a:close/>
                <a:moveTo>
                  <a:pt x="50838" y="361596"/>
                </a:moveTo>
                <a:cubicBezTo>
                  <a:pt x="50838" y="375894"/>
                  <a:pt x="39239" y="387485"/>
                  <a:pt x="24931" y="387485"/>
                </a:cubicBezTo>
                <a:cubicBezTo>
                  <a:pt x="10623" y="387485"/>
                  <a:pt x="-976" y="375894"/>
                  <a:pt x="-976" y="361596"/>
                </a:cubicBezTo>
                <a:cubicBezTo>
                  <a:pt x="-976" y="347298"/>
                  <a:pt x="10623" y="335707"/>
                  <a:pt x="24931" y="335707"/>
                </a:cubicBezTo>
                <a:cubicBezTo>
                  <a:pt x="39233" y="335700"/>
                  <a:pt x="50831" y="347280"/>
                  <a:pt x="50838" y="361571"/>
                </a:cubicBezTo>
                <a:cubicBezTo>
                  <a:pt x="50838" y="361579"/>
                  <a:pt x="50838" y="361588"/>
                  <a:pt x="50838" y="361596"/>
                </a:cubicBezTo>
                <a:close/>
                <a:moveTo>
                  <a:pt x="269068" y="361596"/>
                </a:moveTo>
                <a:cubicBezTo>
                  <a:pt x="269068" y="375894"/>
                  <a:pt x="257469" y="387485"/>
                  <a:pt x="243160" y="387485"/>
                </a:cubicBezTo>
                <a:cubicBezTo>
                  <a:pt x="228853" y="387485"/>
                  <a:pt x="217253" y="375894"/>
                  <a:pt x="217253" y="361596"/>
                </a:cubicBezTo>
                <a:cubicBezTo>
                  <a:pt x="217253" y="347298"/>
                  <a:pt x="228853" y="335707"/>
                  <a:pt x="243160" y="335707"/>
                </a:cubicBezTo>
                <a:cubicBezTo>
                  <a:pt x="257461" y="335724"/>
                  <a:pt x="269051" y="347305"/>
                  <a:pt x="269068" y="361596"/>
                </a:cubicBezTo>
                <a:close/>
                <a:moveTo>
                  <a:pt x="487237" y="361596"/>
                </a:moveTo>
                <a:cubicBezTo>
                  <a:pt x="487237" y="375894"/>
                  <a:pt x="475637" y="387485"/>
                  <a:pt x="461329" y="387485"/>
                </a:cubicBezTo>
                <a:cubicBezTo>
                  <a:pt x="447021" y="387485"/>
                  <a:pt x="435422" y="375894"/>
                  <a:pt x="435422" y="361596"/>
                </a:cubicBezTo>
                <a:cubicBezTo>
                  <a:pt x="435422" y="347298"/>
                  <a:pt x="447021" y="335707"/>
                  <a:pt x="461329" y="335707"/>
                </a:cubicBezTo>
                <a:cubicBezTo>
                  <a:pt x="475631" y="335700"/>
                  <a:pt x="487229" y="347280"/>
                  <a:pt x="487237" y="361571"/>
                </a:cubicBezTo>
                <a:cubicBezTo>
                  <a:pt x="487237" y="361579"/>
                  <a:pt x="487237" y="361588"/>
                  <a:pt x="487237" y="361596"/>
                </a:cubicBezTo>
                <a:close/>
                <a:moveTo>
                  <a:pt x="705466" y="361596"/>
                </a:moveTo>
                <a:cubicBezTo>
                  <a:pt x="705466" y="375894"/>
                  <a:pt x="693867" y="387485"/>
                  <a:pt x="679559" y="387485"/>
                </a:cubicBezTo>
                <a:cubicBezTo>
                  <a:pt x="665250" y="387485"/>
                  <a:pt x="653652" y="375894"/>
                  <a:pt x="653652" y="361596"/>
                </a:cubicBezTo>
                <a:cubicBezTo>
                  <a:pt x="653652" y="347298"/>
                  <a:pt x="665250" y="335707"/>
                  <a:pt x="679559" y="335707"/>
                </a:cubicBezTo>
                <a:cubicBezTo>
                  <a:pt x="693861" y="335700"/>
                  <a:pt x="705458" y="347280"/>
                  <a:pt x="705466" y="361571"/>
                </a:cubicBezTo>
                <a:cubicBezTo>
                  <a:pt x="705466" y="361579"/>
                  <a:pt x="705466" y="361588"/>
                  <a:pt x="705466" y="361596"/>
                </a:cubicBezTo>
                <a:close/>
                <a:moveTo>
                  <a:pt x="923695" y="361596"/>
                </a:moveTo>
                <a:cubicBezTo>
                  <a:pt x="923695" y="375894"/>
                  <a:pt x="912096" y="387485"/>
                  <a:pt x="897788" y="387485"/>
                </a:cubicBezTo>
                <a:cubicBezTo>
                  <a:pt x="883481" y="387485"/>
                  <a:pt x="871881" y="375894"/>
                  <a:pt x="871881" y="361596"/>
                </a:cubicBezTo>
                <a:cubicBezTo>
                  <a:pt x="871881" y="347298"/>
                  <a:pt x="883481" y="335707"/>
                  <a:pt x="897788" y="335707"/>
                </a:cubicBezTo>
                <a:cubicBezTo>
                  <a:pt x="912090" y="335700"/>
                  <a:pt x="923688" y="347280"/>
                  <a:pt x="923695" y="361571"/>
                </a:cubicBezTo>
                <a:cubicBezTo>
                  <a:pt x="923695" y="361579"/>
                  <a:pt x="923695" y="361588"/>
                  <a:pt x="923695" y="361596"/>
                </a:cubicBezTo>
                <a:close/>
                <a:moveTo>
                  <a:pt x="1141923" y="361596"/>
                </a:moveTo>
                <a:cubicBezTo>
                  <a:pt x="1141923" y="375894"/>
                  <a:pt x="1130324" y="387485"/>
                  <a:pt x="1116016" y="387485"/>
                </a:cubicBezTo>
                <a:cubicBezTo>
                  <a:pt x="1101708" y="387485"/>
                  <a:pt x="1090109" y="375894"/>
                  <a:pt x="1090109" y="361596"/>
                </a:cubicBezTo>
                <a:cubicBezTo>
                  <a:pt x="1090109" y="347298"/>
                  <a:pt x="1101708" y="335707"/>
                  <a:pt x="1116016" y="335707"/>
                </a:cubicBezTo>
                <a:cubicBezTo>
                  <a:pt x="1130316" y="335724"/>
                  <a:pt x="1141907" y="347305"/>
                  <a:pt x="1141923" y="361596"/>
                </a:cubicBezTo>
                <a:close/>
                <a:moveTo>
                  <a:pt x="50838" y="529500"/>
                </a:moveTo>
                <a:cubicBezTo>
                  <a:pt x="50838" y="543798"/>
                  <a:pt x="39239" y="555389"/>
                  <a:pt x="24931" y="555389"/>
                </a:cubicBezTo>
                <a:cubicBezTo>
                  <a:pt x="10623" y="555389"/>
                  <a:pt x="-976" y="543798"/>
                  <a:pt x="-976" y="529500"/>
                </a:cubicBezTo>
                <a:cubicBezTo>
                  <a:pt x="-976" y="515202"/>
                  <a:pt x="10623" y="503612"/>
                  <a:pt x="24931" y="503612"/>
                </a:cubicBezTo>
                <a:cubicBezTo>
                  <a:pt x="39233" y="503605"/>
                  <a:pt x="50831" y="515184"/>
                  <a:pt x="50838" y="529475"/>
                </a:cubicBezTo>
                <a:cubicBezTo>
                  <a:pt x="50838" y="529484"/>
                  <a:pt x="50838" y="529492"/>
                  <a:pt x="50838" y="529500"/>
                </a:cubicBezTo>
                <a:close/>
                <a:moveTo>
                  <a:pt x="269068" y="529500"/>
                </a:moveTo>
                <a:cubicBezTo>
                  <a:pt x="269068" y="543798"/>
                  <a:pt x="257469" y="555389"/>
                  <a:pt x="243160" y="555389"/>
                </a:cubicBezTo>
                <a:cubicBezTo>
                  <a:pt x="228853" y="555389"/>
                  <a:pt x="217253" y="543798"/>
                  <a:pt x="217253" y="529500"/>
                </a:cubicBezTo>
                <a:cubicBezTo>
                  <a:pt x="217253" y="515202"/>
                  <a:pt x="228853" y="503612"/>
                  <a:pt x="243160" y="503612"/>
                </a:cubicBezTo>
                <a:cubicBezTo>
                  <a:pt x="257461" y="503629"/>
                  <a:pt x="269051" y="515209"/>
                  <a:pt x="269068" y="529500"/>
                </a:cubicBezTo>
                <a:close/>
                <a:moveTo>
                  <a:pt x="487237" y="529500"/>
                </a:moveTo>
                <a:cubicBezTo>
                  <a:pt x="487237" y="543798"/>
                  <a:pt x="475637" y="555389"/>
                  <a:pt x="461329" y="555389"/>
                </a:cubicBezTo>
                <a:cubicBezTo>
                  <a:pt x="447021" y="555389"/>
                  <a:pt x="435422" y="543798"/>
                  <a:pt x="435422" y="529500"/>
                </a:cubicBezTo>
                <a:cubicBezTo>
                  <a:pt x="435422" y="515202"/>
                  <a:pt x="447021" y="503612"/>
                  <a:pt x="461329" y="503612"/>
                </a:cubicBezTo>
                <a:cubicBezTo>
                  <a:pt x="475631" y="503605"/>
                  <a:pt x="487229" y="515184"/>
                  <a:pt x="487237" y="529475"/>
                </a:cubicBezTo>
                <a:cubicBezTo>
                  <a:pt x="487237" y="529484"/>
                  <a:pt x="487237" y="529492"/>
                  <a:pt x="487237" y="529500"/>
                </a:cubicBezTo>
                <a:close/>
                <a:moveTo>
                  <a:pt x="705466" y="529500"/>
                </a:moveTo>
                <a:cubicBezTo>
                  <a:pt x="705466" y="543798"/>
                  <a:pt x="693867" y="555389"/>
                  <a:pt x="679559" y="555389"/>
                </a:cubicBezTo>
                <a:cubicBezTo>
                  <a:pt x="665250" y="555389"/>
                  <a:pt x="653652" y="543798"/>
                  <a:pt x="653652" y="529500"/>
                </a:cubicBezTo>
                <a:cubicBezTo>
                  <a:pt x="653652" y="515202"/>
                  <a:pt x="665250" y="503612"/>
                  <a:pt x="679559" y="503612"/>
                </a:cubicBezTo>
                <a:cubicBezTo>
                  <a:pt x="693861" y="503605"/>
                  <a:pt x="705458" y="515184"/>
                  <a:pt x="705466" y="529475"/>
                </a:cubicBezTo>
                <a:cubicBezTo>
                  <a:pt x="705466" y="529484"/>
                  <a:pt x="705466" y="529492"/>
                  <a:pt x="705466" y="529500"/>
                </a:cubicBezTo>
                <a:close/>
                <a:moveTo>
                  <a:pt x="923695" y="529500"/>
                </a:moveTo>
                <a:cubicBezTo>
                  <a:pt x="923695" y="543798"/>
                  <a:pt x="912096" y="555389"/>
                  <a:pt x="897788" y="555389"/>
                </a:cubicBezTo>
                <a:cubicBezTo>
                  <a:pt x="883481" y="555389"/>
                  <a:pt x="871881" y="543798"/>
                  <a:pt x="871881" y="529500"/>
                </a:cubicBezTo>
                <a:cubicBezTo>
                  <a:pt x="871881" y="515202"/>
                  <a:pt x="883481" y="503612"/>
                  <a:pt x="897788" y="503612"/>
                </a:cubicBezTo>
                <a:cubicBezTo>
                  <a:pt x="912090" y="503605"/>
                  <a:pt x="923688" y="515184"/>
                  <a:pt x="923695" y="529475"/>
                </a:cubicBezTo>
                <a:cubicBezTo>
                  <a:pt x="923695" y="529484"/>
                  <a:pt x="923695" y="529492"/>
                  <a:pt x="923695" y="529500"/>
                </a:cubicBezTo>
                <a:close/>
                <a:moveTo>
                  <a:pt x="1141923" y="529500"/>
                </a:moveTo>
                <a:cubicBezTo>
                  <a:pt x="1141923" y="543798"/>
                  <a:pt x="1130324" y="555389"/>
                  <a:pt x="1116016" y="555389"/>
                </a:cubicBezTo>
                <a:cubicBezTo>
                  <a:pt x="1101708" y="555389"/>
                  <a:pt x="1090109" y="543798"/>
                  <a:pt x="1090109" y="529500"/>
                </a:cubicBezTo>
                <a:cubicBezTo>
                  <a:pt x="1090109" y="515202"/>
                  <a:pt x="1101708" y="503612"/>
                  <a:pt x="1116016" y="503612"/>
                </a:cubicBezTo>
                <a:cubicBezTo>
                  <a:pt x="1130316" y="503629"/>
                  <a:pt x="1141907" y="515209"/>
                  <a:pt x="1141923" y="529500"/>
                </a:cubicBezTo>
                <a:close/>
                <a:moveTo>
                  <a:pt x="50838" y="697404"/>
                </a:moveTo>
                <a:cubicBezTo>
                  <a:pt x="50838" y="711702"/>
                  <a:pt x="39239" y="723293"/>
                  <a:pt x="24931" y="723293"/>
                </a:cubicBezTo>
                <a:cubicBezTo>
                  <a:pt x="10623" y="723293"/>
                  <a:pt x="-976" y="711702"/>
                  <a:pt x="-976" y="697404"/>
                </a:cubicBezTo>
                <a:cubicBezTo>
                  <a:pt x="-976" y="683106"/>
                  <a:pt x="10623" y="671516"/>
                  <a:pt x="24931" y="671516"/>
                </a:cubicBezTo>
                <a:cubicBezTo>
                  <a:pt x="39233" y="671509"/>
                  <a:pt x="50831" y="683088"/>
                  <a:pt x="50838" y="697379"/>
                </a:cubicBezTo>
                <a:cubicBezTo>
                  <a:pt x="50838" y="697387"/>
                  <a:pt x="50838" y="697395"/>
                  <a:pt x="50838" y="697404"/>
                </a:cubicBezTo>
                <a:close/>
                <a:moveTo>
                  <a:pt x="269068" y="697404"/>
                </a:moveTo>
                <a:cubicBezTo>
                  <a:pt x="269068" y="711702"/>
                  <a:pt x="257469" y="723293"/>
                  <a:pt x="243160" y="723293"/>
                </a:cubicBezTo>
                <a:cubicBezTo>
                  <a:pt x="228853" y="723293"/>
                  <a:pt x="217253" y="711702"/>
                  <a:pt x="217253" y="697404"/>
                </a:cubicBezTo>
                <a:cubicBezTo>
                  <a:pt x="217253" y="683106"/>
                  <a:pt x="228853" y="671516"/>
                  <a:pt x="243160" y="671516"/>
                </a:cubicBezTo>
                <a:cubicBezTo>
                  <a:pt x="257461" y="671532"/>
                  <a:pt x="269051" y="683113"/>
                  <a:pt x="269068" y="697404"/>
                </a:cubicBezTo>
                <a:close/>
                <a:moveTo>
                  <a:pt x="487237" y="697404"/>
                </a:moveTo>
                <a:cubicBezTo>
                  <a:pt x="487237" y="711702"/>
                  <a:pt x="475637" y="723293"/>
                  <a:pt x="461329" y="723293"/>
                </a:cubicBezTo>
                <a:cubicBezTo>
                  <a:pt x="447021" y="723293"/>
                  <a:pt x="435422" y="711702"/>
                  <a:pt x="435422" y="697404"/>
                </a:cubicBezTo>
                <a:cubicBezTo>
                  <a:pt x="435422" y="683106"/>
                  <a:pt x="447021" y="671516"/>
                  <a:pt x="461329" y="671516"/>
                </a:cubicBezTo>
                <a:cubicBezTo>
                  <a:pt x="475631" y="671509"/>
                  <a:pt x="487229" y="683088"/>
                  <a:pt x="487237" y="697379"/>
                </a:cubicBezTo>
                <a:cubicBezTo>
                  <a:pt x="487237" y="697387"/>
                  <a:pt x="487237" y="697395"/>
                  <a:pt x="487237" y="697404"/>
                </a:cubicBezTo>
                <a:close/>
                <a:moveTo>
                  <a:pt x="705466" y="697404"/>
                </a:moveTo>
                <a:cubicBezTo>
                  <a:pt x="705466" y="711702"/>
                  <a:pt x="693867" y="723293"/>
                  <a:pt x="679559" y="723293"/>
                </a:cubicBezTo>
                <a:cubicBezTo>
                  <a:pt x="665250" y="723293"/>
                  <a:pt x="653652" y="711702"/>
                  <a:pt x="653652" y="697404"/>
                </a:cubicBezTo>
                <a:cubicBezTo>
                  <a:pt x="653652" y="683106"/>
                  <a:pt x="665250" y="671516"/>
                  <a:pt x="679559" y="671516"/>
                </a:cubicBezTo>
                <a:cubicBezTo>
                  <a:pt x="693861" y="671509"/>
                  <a:pt x="705458" y="683088"/>
                  <a:pt x="705466" y="697379"/>
                </a:cubicBezTo>
                <a:cubicBezTo>
                  <a:pt x="705466" y="697387"/>
                  <a:pt x="705466" y="697395"/>
                  <a:pt x="705466" y="697404"/>
                </a:cubicBezTo>
                <a:close/>
                <a:moveTo>
                  <a:pt x="923695" y="697404"/>
                </a:moveTo>
                <a:cubicBezTo>
                  <a:pt x="923695" y="711702"/>
                  <a:pt x="912096" y="723293"/>
                  <a:pt x="897788" y="723293"/>
                </a:cubicBezTo>
                <a:cubicBezTo>
                  <a:pt x="883481" y="723293"/>
                  <a:pt x="871881" y="711702"/>
                  <a:pt x="871881" y="697404"/>
                </a:cubicBezTo>
                <a:cubicBezTo>
                  <a:pt x="871881" y="683106"/>
                  <a:pt x="883481" y="671516"/>
                  <a:pt x="897788" y="671516"/>
                </a:cubicBezTo>
                <a:cubicBezTo>
                  <a:pt x="912090" y="671509"/>
                  <a:pt x="923688" y="683088"/>
                  <a:pt x="923695" y="697379"/>
                </a:cubicBezTo>
                <a:cubicBezTo>
                  <a:pt x="923695" y="697387"/>
                  <a:pt x="923695" y="697395"/>
                  <a:pt x="923695" y="697404"/>
                </a:cubicBezTo>
                <a:close/>
                <a:moveTo>
                  <a:pt x="1141923" y="697404"/>
                </a:moveTo>
                <a:cubicBezTo>
                  <a:pt x="1141923" y="711702"/>
                  <a:pt x="1130324" y="723293"/>
                  <a:pt x="1116016" y="723293"/>
                </a:cubicBezTo>
                <a:cubicBezTo>
                  <a:pt x="1101708" y="723293"/>
                  <a:pt x="1090109" y="711702"/>
                  <a:pt x="1090109" y="697404"/>
                </a:cubicBezTo>
                <a:cubicBezTo>
                  <a:pt x="1090109" y="683106"/>
                  <a:pt x="1101708" y="671516"/>
                  <a:pt x="1116016" y="671516"/>
                </a:cubicBezTo>
                <a:cubicBezTo>
                  <a:pt x="1130316" y="671532"/>
                  <a:pt x="1141907" y="683113"/>
                  <a:pt x="1141923" y="697404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8" name="Text 3"/>
          <p:cNvSpPr/>
          <p:nvPr/>
        </p:nvSpPr>
        <p:spPr>
          <a:xfrm>
            <a:off x="4313555" y="1670685"/>
            <a:ext cx="5194300" cy="53403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sz="24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1.项目背景与契机</a:t>
            </a:r>
            <a:endParaRPr lang="en-US" sz="1600" dirty="0"/>
          </a:p>
        </p:txBody>
      </p:sp>
      <p:sp>
        <p:nvSpPr>
          <p:cNvPr id="9" name="Text 4"/>
          <p:cNvSpPr/>
          <p:nvPr/>
        </p:nvSpPr>
        <p:spPr>
          <a:xfrm>
            <a:off x="4313555" y="2382520"/>
            <a:ext cx="5194300" cy="53403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sz="24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2.大赛机制设计</a:t>
            </a:r>
            <a:endParaRPr lang="en-US" sz="1600" dirty="0"/>
          </a:p>
        </p:txBody>
      </p:sp>
      <p:sp>
        <p:nvSpPr>
          <p:cNvPr id="10" name="Text 5"/>
          <p:cNvSpPr/>
          <p:nvPr/>
        </p:nvSpPr>
        <p:spPr>
          <a:xfrm>
            <a:off x="4313555" y="3094355"/>
            <a:ext cx="5194300" cy="53403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sz="24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3.创作要求与评选标准</a:t>
            </a:r>
            <a:endParaRPr lang="en-US" sz="1600" dirty="0"/>
          </a:p>
        </p:txBody>
      </p:sp>
      <p:sp>
        <p:nvSpPr>
          <p:cNvPr id="11" name="Text 6"/>
          <p:cNvSpPr/>
          <p:nvPr/>
        </p:nvSpPr>
        <p:spPr>
          <a:xfrm>
            <a:off x="4313555" y="3806190"/>
            <a:ext cx="5194300" cy="53403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sz="24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4.传播策略</a:t>
            </a:r>
            <a:endParaRPr lang="en-US" sz="1600" dirty="0"/>
          </a:p>
        </p:txBody>
      </p:sp>
      <p:sp>
        <p:nvSpPr>
          <p:cNvPr id="12" name="Text 7"/>
          <p:cNvSpPr/>
          <p:nvPr/>
        </p:nvSpPr>
        <p:spPr>
          <a:xfrm>
            <a:off x="4313555" y="4518025"/>
            <a:ext cx="5194300" cy="53403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sz="24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5.风险管控与长效价值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93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11-20:12:06-d3l4j5gs8jdo4os5ek80.jpg"/>
          <p:cNvPicPr>
            <a:picLocks noChangeAspect="1"/>
          </p:cNvPicPr>
          <p:nvPr/>
        </p:nvPicPr>
        <p:blipFill>
          <a:blip r:embed="rId1"/>
          <a:srcRect l="291" r="29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10-11-20:12:02-d3l4j4gs8jdo4os5ek5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5090" y="1907540"/>
            <a:ext cx="6954520" cy="3042920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10-11-20:12:01-d3l4j48s8jdo4os5ek3g.png"/>
          <p:cNvPicPr>
            <a:picLocks noChangeAspect="1"/>
          </p:cNvPicPr>
          <p:nvPr/>
        </p:nvPicPr>
        <p:blipFill>
          <a:blip r:embed="rId3"/>
          <a:srcRect l="11182" r="-7512"/>
          <a:stretch>
            <a:fillRect/>
          </a:stretch>
        </p:blipFill>
        <p:spPr>
          <a:xfrm flipH="1">
            <a:off x="8853170" y="0"/>
            <a:ext cx="3338830" cy="6857365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2456180" y="3725545"/>
            <a:ext cx="7279640" cy="68834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algn="ctr">
              <a:lnSpc>
                <a:spcPct val="110000"/>
              </a:lnSpc>
            </a:pPr>
            <a:r>
              <a:rPr lang="en-US" sz="3200" dirty="0">
                <a:solidFill>
                  <a:srgbClr val="00000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项目背景与契机</a:t>
            </a:r>
            <a:endParaRPr lang="en-US" sz="1600" dirty="0"/>
          </a:p>
        </p:txBody>
      </p:sp>
      <p:sp>
        <p:nvSpPr>
          <p:cNvPr id="6" name="Text 1"/>
          <p:cNvSpPr/>
          <p:nvPr/>
        </p:nvSpPr>
        <p:spPr>
          <a:xfrm>
            <a:off x="4684395" y="2249805"/>
            <a:ext cx="2824480" cy="143383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algn="ctr">
              <a:lnSpc>
                <a:spcPct val="100000"/>
              </a:lnSpc>
            </a:pPr>
            <a:r>
              <a:rPr lang="en-US" sz="9600" dirty="0">
                <a:solidFill>
                  <a:srgbClr val="3D59C2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Shape 2"/>
          <p:cNvSpPr/>
          <p:nvPr/>
        </p:nvSpPr>
        <p:spPr>
          <a:xfrm>
            <a:off x="3863975" y="2890520"/>
            <a:ext cx="1303655" cy="414655"/>
          </a:xfrm>
          <a:custGeom>
            <a:avLst/>
            <a:gdLst/>
            <a:ahLst/>
            <a:cxnLst/>
            <a:rect l="l" t="t" r="r" b="b"/>
            <a:pathLst>
              <a:path w="1303655" h="414655">
                <a:moveTo>
                  <a:pt x="286093" y="206786"/>
                </a:moveTo>
                <a:lnTo>
                  <a:pt x="80589" y="-150"/>
                </a:lnTo>
                <a:lnTo>
                  <a:pt x="-1448" y="82538"/>
                </a:lnTo>
                <a:lnTo>
                  <a:pt x="64310" y="148778"/>
                </a:lnTo>
                <a:lnTo>
                  <a:pt x="116498" y="207257"/>
                </a:lnTo>
                <a:lnTo>
                  <a:pt x="64310" y="265717"/>
                </a:lnTo>
                <a:lnTo>
                  <a:pt x="-1448" y="331958"/>
                </a:lnTo>
                <a:lnTo>
                  <a:pt x="80589" y="414655"/>
                </a:lnTo>
                <a:lnTo>
                  <a:pt x="286093" y="207719"/>
                </a:lnTo>
                <a:lnTo>
                  <a:pt x="285640" y="207248"/>
                </a:lnTo>
                <a:close/>
                <a:moveTo>
                  <a:pt x="625280" y="206786"/>
                </a:moveTo>
                <a:lnTo>
                  <a:pt x="419777" y="-150"/>
                </a:lnTo>
                <a:lnTo>
                  <a:pt x="337739" y="82538"/>
                </a:lnTo>
                <a:lnTo>
                  <a:pt x="403497" y="148778"/>
                </a:lnTo>
                <a:lnTo>
                  <a:pt x="455597" y="207257"/>
                </a:lnTo>
                <a:lnTo>
                  <a:pt x="403497" y="265717"/>
                </a:lnTo>
                <a:lnTo>
                  <a:pt x="337739" y="331958"/>
                </a:lnTo>
                <a:lnTo>
                  <a:pt x="419777" y="414655"/>
                </a:lnTo>
                <a:lnTo>
                  <a:pt x="625280" y="207719"/>
                </a:lnTo>
                <a:lnTo>
                  <a:pt x="624827" y="207248"/>
                </a:lnTo>
                <a:close/>
                <a:moveTo>
                  <a:pt x="964468" y="206786"/>
                </a:moveTo>
                <a:lnTo>
                  <a:pt x="758964" y="-150"/>
                </a:lnTo>
                <a:lnTo>
                  <a:pt x="676836" y="82538"/>
                </a:lnTo>
                <a:lnTo>
                  <a:pt x="742685" y="148778"/>
                </a:lnTo>
                <a:lnTo>
                  <a:pt x="794784" y="207257"/>
                </a:lnTo>
                <a:lnTo>
                  <a:pt x="742685" y="265717"/>
                </a:lnTo>
                <a:lnTo>
                  <a:pt x="676836" y="331958"/>
                </a:lnTo>
                <a:lnTo>
                  <a:pt x="758964" y="414655"/>
                </a:lnTo>
                <a:lnTo>
                  <a:pt x="964468" y="207719"/>
                </a:lnTo>
                <a:lnTo>
                  <a:pt x="964015" y="207248"/>
                </a:lnTo>
                <a:close/>
                <a:moveTo>
                  <a:pt x="1303655" y="206786"/>
                </a:moveTo>
                <a:lnTo>
                  <a:pt x="1098151" y="-150"/>
                </a:lnTo>
                <a:lnTo>
                  <a:pt x="1016024" y="82538"/>
                </a:lnTo>
                <a:lnTo>
                  <a:pt x="1081781" y="148778"/>
                </a:lnTo>
                <a:lnTo>
                  <a:pt x="1133970" y="207257"/>
                </a:lnTo>
                <a:lnTo>
                  <a:pt x="1081781" y="265717"/>
                </a:lnTo>
                <a:lnTo>
                  <a:pt x="1016024" y="331958"/>
                </a:lnTo>
                <a:lnTo>
                  <a:pt x="1098151" y="414655"/>
                </a:lnTo>
                <a:lnTo>
                  <a:pt x="1303655" y="207719"/>
                </a:lnTo>
                <a:lnTo>
                  <a:pt x="1303111" y="207248"/>
                </a:lnTo>
                <a:close/>
              </a:path>
            </a:pathLst>
          </a:custGeom>
          <a:solidFill>
            <a:srgbClr val="3D59C2"/>
          </a:solidFill>
        </p:spPr>
      </p:sp>
      <p:sp>
        <p:nvSpPr>
          <p:cNvPr id="8" name="Shape 3"/>
          <p:cNvSpPr/>
          <p:nvPr/>
        </p:nvSpPr>
        <p:spPr>
          <a:xfrm flipH="1">
            <a:off x="6957060" y="2890520"/>
            <a:ext cx="1303655" cy="414655"/>
          </a:xfrm>
          <a:custGeom>
            <a:avLst/>
            <a:gdLst/>
            <a:ahLst/>
            <a:cxnLst/>
            <a:rect l="l" t="t" r="r" b="b"/>
            <a:pathLst>
              <a:path w="1303655" h="414655">
                <a:moveTo>
                  <a:pt x="286093" y="206786"/>
                </a:moveTo>
                <a:lnTo>
                  <a:pt x="80589" y="-150"/>
                </a:lnTo>
                <a:lnTo>
                  <a:pt x="-1448" y="82538"/>
                </a:lnTo>
                <a:lnTo>
                  <a:pt x="64310" y="148778"/>
                </a:lnTo>
                <a:lnTo>
                  <a:pt x="116498" y="207257"/>
                </a:lnTo>
                <a:lnTo>
                  <a:pt x="64310" y="265717"/>
                </a:lnTo>
                <a:lnTo>
                  <a:pt x="-1448" y="331958"/>
                </a:lnTo>
                <a:lnTo>
                  <a:pt x="80589" y="414655"/>
                </a:lnTo>
                <a:lnTo>
                  <a:pt x="286093" y="207719"/>
                </a:lnTo>
                <a:lnTo>
                  <a:pt x="285640" y="207248"/>
                </a:lnTo>
                <a:close/>
                <a:moveTo>
                  <a:pt x="625280" y="206786"/>
                </a:moveTo>
                <a:lnTo>
                  <a:pt x="419777" y="-150"/>
                </a:lnTo>
                <a:lnTo>
                  <a:pt x="337739" y="82538"/>
                </a:lnTo>
                <a:lnTo>
                  <a:pt x="403497" y="148778"/>
                </a:lnTo>
                <a:lnTo>
                  <a:pt x="455597" y="207257"/>
                </a:lnTo>
                <a:lnTo>
                  <a:pt x="403497" y="265717"/>
                </a:lnTo>
                <a:lnTo>
                  <a:pt x="337739" y="331958"/>
                </a:lnTo>
                <a:lnTo>
                  <a:pt x="419777" y="414655"/>
                </a:lnTo>
                <a:lnTo>
                  <a:pt x="625280" y="207719"/>
                </a:lnTo>
                <a:lnTo>
                  <a:pt x="624827" y="207248"/>
                </a:lnTo>
                <a:close/>
                <a:moveTo>
                  <a:pt x="964468" y="206786"/>
                </a:moveTo>
                <a:lnTo>
                  <a:pt x="758964" y="-150"/>
                </a:lnTo>
                <a:lnTo>
                  <a:pt x="676836" y="82538"/>
                </a:lnTo>
                <a:lnTo>
                  <a:pt x="742685" y="148778"/>
                </a:lnTo>
                <a:lnTo>
                  <a:pt x="794784" y="207257"/>
                </a:lnTo>
                <a:lnTo>
                  <a:pt x="742685" y="265717"/>
                </a:lnTo>
                <a:lnTo>
                  <a:pt x="676836" y="331958"/>
                </a:lnTo>
                <a:lnTo>
                  <a:pt x="758964" y="414655"/>
                </a:lnTo>
                <a:lnTo>
                  <a:pt x="964468" y="207719"/>
                </a:lnTo>
                <a:lnTo>
                  <a:pt x="964015" y="207248"/>
                </a:lnTo>
                <a:close/>
                <a:moveTo>
                  <a:pt x="1303655" y="206786"/>
                </a:moveTo>
                <a:lnTo>
                  <a:pt x="1098151" y="-150"/>
                </a:lnTo>
                <a:lnTo>
                  <a:pt x="1016024" y="82538"/>
                </a:lnTo>
                <a:lnTo>
                  <a:pt x="1081781" y="148778"/>
                </a:lnTo>
                <a:lnTo>
                  <a:pt x="1133970" y="207257"/>
                </a:lnTo>
                <a:lnTo>
                  <a:pt x="1081781" y="265717"/>
                </a:lnTo>
                <a:lnTo>
                  <a:pt x="1016024" y="331958"/>
                </a:lnTo>
                <a:lnTo>
                  <a:pt x="1098151" y="414655"/>
                </a:lnTo>
                <a:lnTo>
                  <a:pt x="1303655" y="207719"/>
                </a:lnTo>
                <a:lnTo>
                  <a:pt x="1303111" y="207248"/>
                </a:lnTo>
                <a:close/>
              </a:path>
            </a:pathLst>
          </a:custGeom>
          <a:solidFill>
            <a:srgbClr val="3D59C2"/>
          </a:solidFill>
        </p:spPr>
      </p:sp>
      <p:pic>
        <p:nvPicPr>
          <p:cNvPr id="9" name="Image 3" descr="https://kimi-img.moonshot.cn/pub/slides/slides_tmpl/image/25-10-11-20:12:01-d3l4j48s8jdo4os5ek3g.png"/>
          <p:cNvPicPr>
            <a:picLocks noChangeAspect="1"/>
          </p:cNvPicPr>
          <p:nvPr/>
        </p:nvPicPr>
        <p:blipFill>
          <a:blip r:embed="rId3"/>
          <a:srcRect l="11182" r="-7512"/>
          <a:stretch>
            <a:fillRect/>
          </a:stretch>
        </p:blipFill>
        <p:spPr>
          <a:xfrm>
            <a:off x="0" y="0"/>
            <a:ext cx="3338830" cy="6857365"/>
          </a:xfrm>
          <a:prstGeom prst="rect">
            <a:avLst/>
          </a:prstGeom>
        </p:spPr>
      </p:pic>
      <p:pic>
        <p:nvPicPr>
          <p:cNvPr id="10" name="Image 4" descr="https://kimi-img.moonshot.cn/pub/slides/slides_tmpl/image/25-10-11-20:12:02-d3l4j4gs8jdo4os5ek5g.png"/>
          <p:cNvPicPr>
            <a:picLocks noChangeAspect="1"/>
          </p:cNvPicPr>
          <p:nvPr/>
        </p:nvPicPr>
        <p:blipFill>
          <a:blip r:embed="rId4">
            <a:alphaModFix amt="38000"/>
          </a:blip>
          <a:stretch>
            <a:fillRect/>
          </a:stretch>
        </p:blipFill>
        <p:spPr>
          <a:xfrm rot="16200000">
            <a:off x="-1539875" y="2364740"/>
            <a:ext cx="5589905" cy="2401570"/>
          </a:xfrm>
          <a:prstGeom prst="rect">
            <a:avLst/>
          </a:prstGeom>
        </p:spPr>
      </p:pic>
      <p:pic>
        <p:nvPicPr>
          <p:cNvPr id="11" name="Image 5" descr="https://kimi-img.moonshot.cn/pub/slides/slides_tmpl/image/25-10-11-20:12:02-d3l4j4gs8jdo4os5ek5g.png"/>
          <p:cNvPicPr>
            <a:picLocks noChangeAspect="1"/>
          </p:cNvPicPr>
          <p:nvPr/>
        </p:nvPicPr>
        <p:blipFill>
          <a:blip r:embed="rId4">
            <a:alphaModFix amt="23000"/>
          </a:blip>
          <a:stretch>
            <a:fillRect/>
          </a:stretch>
        </p:blipFill>
        <p:spPr>
          <a:xfrm rot="5400000" flipH="1">
            <a:off x="8154035" y="2364740"/>
            <a:ext cx="5589905" cy="2401570"/>
          </a:xfrm>
          <a:prstGeom prst="rect">
            <a:avLst/>
          </a:prstGeom>
        </p:spPr>
      </p:pic>
      <p:sp>
        <p:nvSpPr>
          <p:cNvPr id="12" name="Shape 4"/>
          <p:cNvSpPr/>
          <p:nvPr/>
        </p:nvSpPr>
        <p:spPr>
          <a:xfrm>
            <a:off x="8780445" y="770854"/>
            <a:ext cx="1141923" cy="723293"/>
          </a:xfrm>
          <a:custGeom>
            <a:avLst/>
            <a:gdLst/>
            <a:ahLst/>
            <a:cxnLst/>
            <a:rect l="l" t="t" r="r" b="b"/>
            <a:pathLst>
              <a:path w="1141923" h="723293">
                <a:moveTo>
                  <a:pt x="50838" y="25788"/>
                </a:moveTo>
                <a:cubicBezTo>
                  <a:pt x="50838" y="40086"/>
                  <a:pt x="39239" y="51676"/>
                  <a:pt x="24931" y="51676"/>
                </a:cubicBezTo>
                <a:cubicBezTo>
                  <a:pt x="10623" y="51676"/>
                  <a:pt x="-976" y="40086"/>
                  <a:pt x="-976" y="25788"/>
                </a:cubicBezTo>
                <a:cubicBezTo>
                  <a:pt x="-976" y="11490"/>
                  <a:pt x="10623" y="-101"/>
                  <a:pt x="24931" y="-101"/>
                </a:cubicBezTo>
                <a:cubicBezTo>
                  <a:pt x="39233" y="-108"/>
                  <a:pt x="50831" y="11473"/>
                  <a:pt x="50838" y="25763"/>
                </a:cubicBezTo>
                <a:cubicBezTo>
                  <a:pt x="50838" y="25772"/>
                  <a:pt x="50838" y="25780"/>
                  <a:pt x="50838" y="25788"/>
                </a:cubicBezTo>
                <a:close/>
                <a:moveTo>
                  <a:pt x="269068" y="25788"/>
                </a:moveTo>
                <a:cubicBezTo>
                  <a:pt x="269068" y="40086"/>
                  <a:pt x="257469" y="51676"/>
                  <a:pt x="243160" y="51676"/>
                </a:cubicBezTo>
                <a:cubicBezTo>
                  <a:pt x="228853" y="51676"/>
                  <a:pt x="217253" y="40086"/>
                  <a:pt x="217253" y="25788"/>
                </a:cubicBezTo>
                <a:cubicBezTo>
                  <a:pt x="217253" y="11490"/>
                  <a:pt x="228853" y="-101"/>
                  <a:pt x="243160" y="-101"/>
                </a:cubicBezTo>
                <a:cubicBezTo>
                  <a:pt x="257461" y="-84"/>
                  <a:pt x="269051" y="11497"/>
                  <a:pt x="269068" y="25788"/>
                </a:cubicBezTo>
                <a:close/>
                <a:moveTo>
                  <a:pt x="487237" y="25788"/>
                </a:moveTo>
                <a:cubicBezTo>
                  <a:pt x="487237" y="40086"/>
                  <a:pt x="475637" y="51676"/>
                  <a:pt x="461329" y="51676"/>
                </a:cubicBezTo>
                <a:cubicBezTo>
                  <a:pt x="447021" y="51676"/>
                  <a:pt x="435422" y="40086"/>
                  <a:pt x="435422" y="25788"/>
                </a:cubicBezTo>
                <a:cubicBezTo>
                  <a:pt x="435422" y="11490"/>
                  <a:pt x="447021" y="-101"/>
                  <a:pt x="461329" y="-101"/>
                </a:cubicBezTo>
                <a:cubicBezTo>
                  <a:pt x="475631" y="-108"/>
                  <a:pt x="487229" y="11473"/>
                  <a:pt x="487237" y="25763"/>
                </a:cubicBezTo>
                <a:cubicBezTo>
                  <a:pt x="487237" y="25772"/>
                  <a:pt x="487237" y="25780"/>
                  <a:pt x="487237" y="25788"/>
                </a:cubicBezTo>
                <a:close/>
                <a:moveTo>
                  <a:pt x="705466" y="25788"/>
                </a:moveTo>
                <a:cubicBezTo>
                  <a:pt x="705466" y="40086"/>
                  <a:pt x="693867" y="51676"/>
                  <a:pt x="679559" y="51676"/>
                </a:cubicBezTo>
                <a:cubicBezTo>
                  <a:pt x="665250" y="51676"/>
                  <a:pt x="653652" y="40086"/>
                  <a:pt x="653652" y="25788"/>
                </a:cubicBezTo>
                <a:cubicBezTo>
                  <a:pt x="653652" y="11490"/>
                  <a:pt x="665250" y="-101"/>
                  <a:pt x="679559" y="-101"/>
                </a:cubicBezTo>
                <a:cubicBezTo>
                  <a:pt x="693861" y="-108"/>
                  <a:pt x="705458" y="11473"/>
                  <a:pt x="705466" y="25763"/>
                </a:cubicBezTo>
                <a:cubicBezTo>
                  <a:pt x="705466" y="25772"/>
                  <a:pt x="705466" y="25780"/>
                  <a:pt x="705466" y="25788"/>
                </a:cubicBezTo>
                <a:close/>
                <a:moveTo>
                  <a:pt x="923695" y="25788"/>
                </a:moveTo>
                <a:cubicBezTo>
                  <a:pt x="923695" y="40086"/>
                  <a:pt x="912096" y="51676"/>
                  <a:pt x="897788" y="51676"/>
                </a:cubicBezTo>
                <a:cubicBezTo>
                  <a:pt x="883481" y="51676"/>
                  <a:pt x="871881" y="40086"/>
                  <a:pt x="871881" y="25788"/>
                </a:cubicBezTo>
                <a:cubicBezTo>
                  <a:pt x="871881" y="11490"/>
                  <a:pt x="883481" y="-101"/>
                  <a:pt x="897788" y="-101"/>
                </a:cubicBezTo>
                <a:cubicBezTo>
                  <a:pt x="912090" y="-108"/>
                  <a:pt x="923688" y="11473"/>
                  <a:pt x="923695" y="25763"/>
                </a:cubicBezTo>
                <a:cubicBezTo>
                  <a:pt x="923695" y="25772"/>
                  <a:pt x="923695" y="25780"/>
                  <a:pt x="923695" y="25788"/>
                </a:cubicBezTo>
                <a:close/>
                <a:moveTo>
                  <a:pt x="1141923" y="25788"/>
                </a:moveTo>
                <a:cubicBezTo>
                  <a:pt x="1141923" y="40086"/>
                  <a:pt x="1130324" y="51676"/>
                  <a:pt x="1116016" y="51676"/>
                </a:cubicBezTo>
                <a:cubicBezTo>
                  <a:pt x="1101708" y="51676"/>
                  <a:pt x="1090109" y="40086"/>
                  <a:pt x="1090109" y="25788"/>
                </a:cubicBezTo>
                <a:cubicBezTo>
                  <a:pt x="1090109" y="11490"/>
                  <a:pt x="1101708" y="-101"/>
                  <a:pt x="1116016" y="-101"/>
                </a:cubicBezTo>
                <a:cubicBezTo>
                  <a:pt x="1130316" y="-84"/>
                  <a:pt x="1141907" y="11497"/>
                  <a:pt x="1141923" y="25788"/>
                </a:cubicBezTo>
                <a:close/>
                <a:moveTo>
                  <a:pt x="50838" y="193692"/>
                </a:moveTo>
                <a:cubicBezTo>
                  <a:pt x="50838" y="207990"/>
                  <a:pt x="39239" y="219580"/>
                  <a:pt x="24931" y="219580"/>
                </a:cubicBezTo>
                <a:cubicBezTo>
                  <a:pt x="10623" y="219580"/>
                  <a:pt x="-976" y="207990"/>
                  <a:pt x="-976" y="193692"/>
                </a:cubicBezTo>
                <a:cubicBezTo>
                  <a:pt x="-976" y="179394"/>
                  <a:pt x="10623" y="167803"/>
                  <a:pt x="24931" y="167803"/>
                </a:cubicBezTo>
                <a:cubicBezTo>
                  <a:pt x="39233" y="167796"/>
                  <a:pt x="50831" y="179377"/>
                  <a:pt x="50838" y="193668"/>
                </a:cubicBezTo>
                <a:cubicBezTo>
                  <a:pt x="50838" y="193676"/>
                  <a:pt x="50838" y="193684"/>
                  <a:pt x="50838" y="193692"/>
                </a:cubicBezTo>
                <a:close/>
                <a:moveTo>
                  <a:pt x="269068" y="193692"/>
                </a:moveTo>
                <a:cubicBezTo>
                  <a:pt x="269068" y="207990"/>
                  <a:pt x="257469" y="219580"/>
                  <a:pt x="243160" y="219580"/>
                </a:cubicBezTo>
                <a:cubicBezTo>
                  <a:pt x="228853" y="219580"/>
                  <a:pt x="217253" y="207990"/>
                  <a:pt x="217253" y="193692"/>
                </a:cubicBezTo>
                <a:cubicBezTo>
                  <a:pt x="217253" y="179394"/>
                  <a:pt x="228853" y="167803"/>
                  <a:pt x="243160" y="167803"/>
                </a:cubicBezTo>
                <a:cubicBezTo>
                  <a:pt x="257461" y="167820"/>
                  <a:pt x="269051" y="179401"/>
                  <a:pt x="269068" y="193692"/>
                </a:cubicBezTo>
                <a:close/>
                <a:moveTo>
                  <a:pt x="487237" y="193692"/>
                </a:moveTo>
                <a:cubicBezTo>
                  <a:pt x="487237" y="207990"/>
                  <a:pt x="475637" y="219580"/>
                  <a:pt x="461329" y="219580"/>
                </a:cubicBezTo>
                <a:cubicBezTo>
                  <a:pt x="447021" y="219580"/>
                  <a:pt x="435422" y="207990"/>
                  <a:pt x="435422" y="193692"/>
                </a:cubicBezTo>
                <a:cubicBezTo>
                  <a:pt x="435422" y="179394"/>
                  <a:pt x="447021" y="167803"/>
                  <a:pt x="461329" y="167803"/>
                </a:cubicBezTo>
                <a:cubicBezTo>
                  <a:pt x="475631" y="167796"/>
                  <a:pt x="487229" y="179377"/>
                  <a:pt x="487237" y="193668"/>
                </a:cubicBezTo>
                <a:cubicBezTo>
                  <a:pt x="487237" y="193676"/>
                  <a:pt x="487237" y="193684"/>
                  <a:pt x="487237" y="193692"/>
                </a:cubicBezTo>
                <a:close/>
                <a:moveTo>
                  <a:pt x="705466" y="193692"/>
                </a:moveTo>
                <a:cubicBezTo>
                  <a:pt x="705466" y="207990"/>
                  <a:pt x="693867" y="219580"/>
                  <a:pt x="679559" y="219580"/>
                </a:cubicBezTo>
                <a:cubicBezTo>
                  <a:pt x="665250" y="219580"/>
                  <a:pt x="653652" y="207990"/>
                  <a:pt x="653652" y="193692"/>
                </a:cubicBezTo>
                <a:cubicBezTo>
                  <a:pt x="653652" y="179394"/>
                  <a:pt x="665250" y="167803"/>
                  <a:pt x="679559" y="167803"/>
                </a:cubicBezTo>
                <a:cubicBezTo>
                  <a:pt x="693861" y="167796"/>
                  <a:pt x="705458" y="179377"/>
                  <a:pt x="705466" y="193668"/>
                </a:cubicBezTo>
                <a:cubicBezTo>
                  <a:pt x="705466" y="193676"/>
                  <a:pt x="705466" y="193684"/>
                  <a:pt x="705466" y="193692"/>
                </a:cubicBezTo>
                <a:close/>
                <a:moveTo>
                  <a:pt x="923695" y="193692"/>
                </a:moveTo>
                <a:cubicBezTo>
                  <a:pt x="923695" y="207990"/>
                  <a:pt x="912096" y="219580"/>
                  <a:pt x="897788" y="219580"/>
                </a:cubicBezTo>
                <a:cubicBezTo>
                  <a:pt x="883481" y="219580"/>
                  <a:pt x="871881" y="207990"/>
                  <a:pt x="871881" y="193692"/>
                </a:cubicBezTo>
                <a:cubicBezTo>
                  <a:pt x="871881" y="179394"/>
                  <a:pt x="883481" y="167803"/>
                  <a:pt x="897788" y="167803"/>
                </a:cubicBezTo>
                <a:cubicBezTo>
                  <a:pt x="912090" y="167796"/>
                  <a:pt x="923688" y="179377"/>
                  <a:pt x="923695" y="193668"/>
                </a:cubicBezTo>
                <a:cubicBezTo>
                  <a:pt x="923695" y="193676"/>
                  <a:pt x="923695" y="193684"/>
                  <a:pt x="923695" y="193692"/>
                </a:cubicBezTo>
                <a:close/>
                <a:moveTo>
                  <a:pt x="1141923" y="193692"/>
                </a:moveTo>
                <a:cubicBezTo>
                  <a:pt x="1141923" y="207990"/>
                  <a:pt x="1130324" y="219580"/>
                  <a:pt x="1116016" y="219580"/>
                </a:cubicBezTo>
                <a:cubicBezTo>
                  <a:pt x="1101708" y="219580"/>
                  <a:pt x="1090109" y="207990"/>
                  <a:pt x="1090109" y="193692"/>
                </a:cubicBezTo>
                <a:cubicBezTo>
                  <a:pt x="1090109" y="179394"/>
                  <a:pt x="1101708" y="167803"/>
                  <a:pt x="1116016" y="167803"/>
                </a:cubicBezTo>
                <a:cubicBezTo>
                  <a:pt x="1130316" y="167820"/>
                  <a:pt x="1141907" y="179401"/>
                  <a:pt x="1141923" y="193692"/>
                </a:cubicBezTo>
                <a:close/>
                <a:moveTo>
                  <a:pt x="50838" y="361596"/>
                </a:moveTo>
                <a:cubicBezTo>
                  <a:pt x="50838" y="375894"/>
                  <a:pt x="39239" y="387485"/>
                  <a:pt x="24931" y="387485"/>
                </a:cubicBezTo>
                <a:cubicBezTo>
                  <a:pt x="10623" y="387485"/>
                  <a:pt x="-976" y="375894"/>
                  <a:pt x="-976" y="361596"/>
                </a:cubicBezTo>
                <a:cubicBezTo>
                  <a:pt x="-976" y="347298"/>
                  <a:pt x="10623" y="335707"/>
                  <a:pt x="24931" y="335707"/>
                </a:cubicBezTo>
                <a:cubicBezTo>
                  <a:pt x="39233" y="335700"/>
                  <a:pt x="50831" y="347280"/>
                  <a:pt x="50838" y="361571"/>
                </a:cubicBezTo>
                <a:cubicBezTo>
                  <a:pt x="50838" y="361579"/>
                  <a:pt x="50838" y="361588"/>
                  <a:pt x="50838" y="361596"/>
                </a:cubicBezTo>
                <a:close/>
                <a:moveTo>
                  <a:pt x="269068" y="361596"/>
                </a:moveTo>
                <a:cubicBezTo>
                  <a:pt x="269068" y="375894"/>
                  <a:pt x="257469" y="387485"/>
                  <a:pt x="243160" y="387485"/>
                </a:cubicBezTo>
                <a:cubicBezTo>
                  <a:pt x="228853" y="387485"/>
                  <a:pt x="217253" y="375894"/>
                  <a:pt x="217253" y="361596"/>
                </a:cubicBezTo>
                <a:cubicBezTo>
                  <a:pt x="217253" y="347298"/>
                  <a:pt x="228853" y="335707"/>
                  <a:pt x="243160" y="335707"/>
                </a:cubicBezTo>
                <a:cubicBezTo>
                  <a:pt x="257461" y="335724"/>
                  <a:pt x="269051" y="347305"/>
                  <a:pt x="269068" y="361596"/>
                </a:cubicBezTo>
                <a:close/>
                <a:moveTo>
                  <a:pt x="487237" y="361596"/>
                </a:moveTo>
                <a:cubicBezTo>
                  <a:pt x="487237" y="375894"/>
                  <a:pt x="475637" y="387485"/>
                  <a:pt x="461329" y="387485"/>
                </a:cubicBezTo>
                <a:cubicBezTo>
                  <a:pt x="447021" y="387485"/>
                  <a:pt x="435422" y="375894"/>
                  <a:pt x="435422" y="361596"/>
                </a:cubicBezTo>
                <a:cubicBezTo>
                  <a:pt x="435422" y="347298"/>
                  <a:pt x="447021" y="335707"/>
                  <a:pt x="461329" y="335707"/>
                </a:cubicBezTo>
                <a:cubicBezTo>
                  <a:pt x="475631" y="335700"/>
                  <a:pt x="487229" y="347280"/>
                  <a:pt x="487237" y="361571"/>
                </a:cubicBezTo>
                <a:cubicBezTo>
                  <a:pt x="487237" y="361579"/>
                  <a:pt x="487237" y="361588"/>
                  <a:pt x="487237" y="361596"/>
                </a:cubicBezTo>
                <a:close/>
                <a:moveTo>
                  <a:pt x="705466" y="361596"/>
                </a:moveTo>
                <a:cubicBezTo>
                  <a:pt x="705466" y="375894"/>
                  <a:pt x="693867" y="387485"/>
                  <a:pt x="679559" y="387485"/>
                </a:cubicBezTo>
                <a:cubicBezTo>
                  <a:pt x="665250" y="387485"/>
                  <a:pt x="653652" y="375894"/>
                  <a:pt x="653652" y="361596"/>
                </a:cubicBezTo>
                <a:cubicBezTo>
                  <a:pt x="653652" y="347298"/>
                  <a:pt x="665250" y="335707"/>
                  <a:pt x="679559" y="335707"/>
                </a:cubicBezTo>
                <a:cubicBezTo>
                  <a:pt x="693861" y="335700"/>
                  <a:pt x="705458" y="347280"/>
                  <a:pt x="705466" y="361571"/>
                </a:cubicBezTo>
                <a:cubicBezTo>
                  <a:pt x="705466" y="361579"/>
                  <a:pt x="705466" y="361588"/>
                  <a:pt x="705466" y="361596"/>
                </a:cubicBezTo>
                <a:close/>
                <a:moveTo>
                  <a:pt x="923695" y="361596"/>
                </a:moveTo>
                <a:cubicBezTo>
                  <a:pt x="923695" y="375894"/>
                  <a:pt x="912096" y="387485"/>
                  <a:pt x="897788" y="387485"/>
                </a:cubicBezTo>
                <a:cubicBezTo>
                  <a:pt x="883481" y="387485"/>
                  <a:pt x="871881" y="375894"/>
                  <a:pt x="871881" y="361596"/>
                </a:cubicBezTo>
                <a:cubicBezTo>
                  <a:pt x="871881" y="347298"/>
                  <a:pt x="883481" y="335707"/>
                  <a:pt x="897788" y="335707"/>
                </a:cubicBezTo>
                <a:cubicBezTo>
                  <a:pt x="912090" y="335700"/>
                  <a:pt x="923688" y="347280"/>
                  <a:pt x="923695" y="361571"/>
                </a:cubicBezTo>
                <a:cubicBezTo>
                  <a:pt x="923695" y="361579"/>
                  <a:pt x="923695" y="361588"/>
                  <a:pt x="923695" y="361596"/>
                </a:cubicBezTo>
                <a:close/>
                <a:moveTo>
                  <a:pt x="1141923" y="361596"/>
                </a:moveTo>
                <a:cubicBezTo>
                  <a:pt x="1141923" y="375894"/>
                  <a:pt x="1130324" y="387485"/>
                  <a:pt x="1116016" y="387485"/>
                </a:cubicBezTo>
                <a:cubicBezTo>
                  <a:pt x="1101708" y="387485"/>
                  <a:pt x="1090109" y="375894"/>
                  <a:pt x="1090109" y="361596"/>
                </a:cubicBezTo>
                <a:cubicBezTo>
                  <a:pt x="1090109" y="347298"/>
                  <a:pt x="1101708" y="335707"/>
                  <a:pt x="1116016" y="335707"/>
                </a:cubicBezTo>
                <a:cubicBezTo>
                  <a:pt x="1130316" y="335724"/>
                  <a:pt x="1141907" y="347305"/>
                  <a:pt x="1141923" y="361596"/>
                </a:cubicBezTo>
                <a:close/>
                <a:moveTo>
                  <a:pt x="50838" y="529500"/>
                </a:moveTo>
                <a:cubicBezTo>
                  <a:pt x="50838" y="543798"/>
                  <a:pt x="39239" y="555389"/>
                  <a:pt x="24931" y="555389"/>
                </a:cubicBezTo>
                <a:cubicBezTo>
                  <a:pt x="10623" y="555389"/>
                  <a:pt x="-976" y="543798"/>
                  <a:pt x="-976" y="529500"/>
                </a:cubicBezTo>
                <a:cubicBezTo>
                  <a:pt x="-976" y="515202"/>
                  <a:pt x="10623" y="503612"/>
                  <a:pt x="24931" y="503612"/>
                </a:cubicBezTo>
                <a:cubicBezTo>
                  <a:pt x="39233" y="503605"/>
                  <a:pt x="50831" y="515184"/>
                  <a:pt x="50838" y="529475"/>
                </a:cubicBezTo>
                <a:cubicBezTo>
                  <a:pt x="50838" y="529484"/>
                  <a:pt x="50838" y="529492"/>
                  <a:pt x="50838" y="529500"/>
                </a:cubicBezTo>
                <a:close/>
                <a:moveTo>
                  <a:pt x="269068" y="529500"/>
                </a:moveTo>
                <a:cubicBezTo>
                  <a:pt x="269068" y="543798"/>
                  <a:pt x="257469" y="555389"/>
                  <a:pt x="243160" y="555389"/>
                </a:cubicBezTo>
                <a:cubicBezTo>
                  <a:pt x="228853" y="555389"/>
                  <a:pt x="217253" y="543798"/>
                  <a:pt x="217253" y="529500"/>
                </a:cubicBezTo>
                <a:cubicBezTo>
                  <a:pt x="217253" y="515202"/>
                  <a:pt x="228853" y="503612"/>
                  <a:pt x="243160" y="503612"/>
                </a:cubicBezTo>
                <a:cubicBezTo>
                  <a:pt x="257461" y="503629"/>
                  <a:pt x="269051" y="515209"/>
                  <a:pt x="269068" y="529500"/>
                </a:cubicBezTo>
                <a:close/>
                <a:moveTo>
                  <a:pt x="487237" y="529500"/>
                </a:moveTo>
                <a:cubicBezTo>
                  <a:pt x="487237" y="543798"/>
                  <a:pt x="475637" y="555389"/>
                  <a:pt x="461329" y="555389"/>
                </a:cubicBezTo>
                <a:cubicBezTo>
                  <a:pt x="447021" y="555389"/>
                  <a:pt x="435422" y="543798"/>
                  <a:pt x="435422" y="529500"/>
                </a:cubicBezTo>
                <a:cubicBezTo>
                  <a:pt x="435422" y="515202"/>
                  <a:pt x="447021" y="503612"/>
                  <a:pt x="461329" y="503612"/>
                </a:cubicBezTo>
                <a:cubicBezTo>
                  <a:pt x="475631" y="503605"/>
                  <a:pt x="487229" y="515184"/>
                  <a:pt x="487237" y="529475"/>
                </a:cubicBezTo>
                <a:cubicBezTo>
                  <a:pt x="487237" y="529484"/>
                  <a:pt x="487237" y="529492"/>
                  <a:pt x="487237" y="529500"/>
                </a:cubicBezTo>
                <a:close/>
                <a:moveTo>
                  <a:pt x="705466" y="529500"/>
                </a:moveTo>
                <a:cubicBezTo>
                  <a:pt x="705466" y="543798"/>
                  <a:pt x="693867" y="555389"/>
                  <a:pt x="679559" y="555389"/>
                </a:cubicBezTo>
                <a:cubicBezTo>
                  <a:pt x="665250" y="555389"/>
                  <a:pt x="653652" y="543798"/>
                  <a:pt x="653652" y="529500"/>
                </a:cubicBezTo>
                <a:cubicBezTo>
                  <a:pt x="653652" y="515202"/>
                  <a:pt x="665250" y="503612"/>
                  <a:pt x="679559" y="503612"/>
                </a:cubicBezTo>
                <a:cubicBezTo>
                  <a:pt x="693861" y="503605"/>
                  <a:pt x="705458" y="515184"/>
                  <a:pt x="705466" y="529475"/>
                </a:cubicBezTo>
                <a:cubicBezTo>
                  <a:pt x="705466" y="529484"/>
                  <a:pt x="705466" y="529492"/>
                  <a:pt x="705466" y="529500"/>
                </a:cubicBezTo>
                <a:close/>
                <a:moveTo>
                  <a:pt x="923695" y="529500"/>
                </a:moveTo>
                <a:cubicBezTo>
                  <a:pt x="923695" y="543798"/>
                  <a:pt x="912096" y="555389"/>
                  <a:pt x="897788" y="555389"/>
                </a:cubicBezTo>
                <a:cubicBezTo>
                  <a:pt x="883481" y="555389"/>
                  <a:pt x="871881" y="543798"/>
                  <a:pt x="871881" y="529500"/>
                </a:cubicBezTo>
                <a:cubicBezTo>
                  <a:pt x="871881" y="515202"/>
                  <a:pt x="883481" y="503612"/>
                  <a:pt x="897788" y="503612"/>
                </a:cubicBezTo>
                <a:cubicBezTo>
                  <a:pt x="912090" y="503605"/>
                  <a:pt x="923688" y="515184"/>
                  <a:pt x="923695" y="529475"/>
                </a:cubicBezTo>
                <a:cubicBezTo>
                  <a:pt x="923695" y="529484"/>
                  <a:pt x="923695" y="529492"/>
                  <a:pt x="923695" y="529500"/>
                </a:cubicBezTo>
                <a:close/>
                <a:moveTo>
                  <a:pt x="1141923" y="529500"/>
                </a:moveTo>
                <a:cubicBezTo>
                  <a:pt x="1141923" y="543798"/>
                  <a:pt x="1130324" y="555389"/>
                  <a:pt x="1116016" y="555389"/>
                </a:cubicBezTo>
                <a:cubicBezTo>
                  <a:pt x="1101708" y="555389"/>
                  <a:pt x="1090109" y="543798"/>
                  <a:pt x="1090109" y="529500"/>
                </a:cubicBezTo>
                <a:cubicBezTo>
                  <a:pt x="1090109" y="515202"/>
                  <a:pt x="1101708" y="503612"/>
                  <a:pt x="1116016" y="503612"/>
                </a:cubicBezTo>
                <a:cubicBezTo>
                  <a:pt x="1130316" y="503629"/>
                  <a:pt x="1141907" y="515209"/>
                  <a:pt x="1141923" y="529500"/>
                </a:cubicBezTo>
                <a:close/>
                <a:moveTo>
                  <a:pt x="50838" y="697404"/>
                </a:moveTo>
                <a:cubicBezTo>
                  <a:pt x="50838" y="711702"/>
                  <a:pt x="39239" y="723293"/>
                  <a:pt x="24931" y="723293"/>
                </a:cubicBezTo>
                <a:cubicBezTo>
                  <a:pt x="10623" y="723293"/>
                  <a:pt x="-976" y="711702"/>
                  <a:pt x="-976" y="697404"/>
                </a:cubicBezTo>
                <a:cubicBezTo>
                  <a:pt x="-976" y="683106"/>
                  <a:pt x="10623" y="671516"/>
                  <a:pt x="24931" y="671516"/>
                </a:cubicBezTo>
                <a:cubicBezTo>
                  <a:pt x="39233" y="671509"/>
                  <a:pt x="50831" y="683088"/>
                  <a:pt x="50838" y="697379"/>
                </a:cubicBezTo>
                <a:cubicBezTo>
                  <a:pt x="50838" y="697387"/>
                  <a:pt x="50838" y="697395"/>
                  <a:pt x="50838" y="697404"/>
                </a:cubicBezTo>
                <a:close/>
                <a:moveTo>
                  <a:pt x="269068" y="697404"/>
                </a:moveTo>
                <a:cubicBezTo>
                  <a:pt x="269068" y="711702"/>
                  <a:pt x="257469" y="723293"/>
                  <a:pt x="243160" y="723293"/>
                </a:cubicBezTo>
                <a:cubicBezTo>
                  <a:pt x="228853" y="723293"/>
                  <a:pt x="217253" y="711702"/>
                  <a:pt x="217253" y="697404"/>
                </a:cubicBezTo>
                <a:cubicBezTo>
                  <a:pt x="217253" y="683106"/>
                  <a:pt x="228853" y="671516"/>
                  <a:pt x="243160" y="671516"/>
                </a:cubicBezTo>
                <a:cubicBezTo>
                  <a:pt x="257461" y="671532"/>
                  <a:pt x="269051" y="683113"/>
                  <a:pt x="269068" y="697404"/>
                </a:cubicBezTo>
                <a:close/>
                <a:moveTo>
                  <a:pt x="487237" y="697404"/>
                </a:moveTo>
                <a:cubicBezTo>
                  <a:pt x="487237" y="711702"/>
                  <a:pt x="475637" y="723293"/>
                  <a:pt x="461329" y="723293"/>
                </a:cubicBezTo>
                <a:cubicBezTo>
                  <a:pt x="447021" y="723293"/>
                  <a:pt x="435422" y="711702"/>
                  <a:pt x="435422" y="697404"/>
                </a:cubicBezTo>
                <a:cubicBezTo>
                  <a:pt x="435422" y="683106"/>
                  <a:pt x="447021" y="671516"/>
                  <a:pt x="461329" y="671516"/>
                </a:cubicBezTo>
                <a:cubicBezTo>
                  <a:pt x="475631" y="671509"/>
                  <a:pt x="487229" y="683088"/>
                  <a:pt x="487237" y="697379"/>
                </a:cubicBezTo>
                <a:cubicBezTo>
                  <a:pt x="487237" y="697387"/>
                  <a:pt x="487237" y="697395"/>
                  <a:pt x="487237" y="697404"/>
                </a:cubicBezTo>
                <a:close/>
                <a:moveTo>
                  <a:pt x="705466" y="697404"/>
                </a:moveTo>
                <a:cubicBezTo>
                  <a:pt x="705466" y="711702"/>
                  <a:pt x="693867" y="723293"/>
                  <a:pt x="679559" y="723293"/>
                </a:cubicBezTo>
                <a:cubicBezTo>
                  <a:pt x="665250" y="723293"/>
                  <a:pt x="653652" y="711702"/>
                  <a:pt x="653652" y="697404"/>
                </a:cubicBezTo>
                <a:cubicBezTo>
                  <a:pt x="653652" y="683106"/>
                  <a:pt x="665250" y="671516"/>
                  <a:pt x="679559" y="671516"/>
                </a:cubicBezTo>
                <a:cubicBezTo>
                  <a:pt x="693861" y="671509"/>
                  <a:pt x="705458" y="683088"/>
                  <a:pt x="705466" y="697379"/>
                </a:cubicBezTo>
                <a:cubicBezTo>
                  <a:pt x="705466" y="697387"/>
                  <a:pt x="705466" y="697395"/>
                  <a:pt x="705466" y="697404"/>
                </a:cubicBezTo>
                <a:close/>
                <a:moveTo>
                  <a:pt x="923695" y="697404"/>
                </a:moveTo>
                <a:cubicBezTo>
                  <a:pt x="923695" y="711702"/>
                  <a:pt x="912096" y="723293"/>
                  <a:pt x="897788" y="723293"/>
                </a:cubicBezTo>
                <a:cubicBezTo>
                  <a:pt x="883481" y="723293"/>
                  <a:pt x="871881" y="711702"/>
                  <a:pt x="871881" y="697404"/>
                </a:cubicBezTo>
                <a:cubicBezTo>
                  <a:pt x="871881" y="683106"/>
                  <a:pt x="883481" y="671516"/>
                  <a:pt x="897788" y="671516"/>
                </a:cubicBezTo>
                <a:cubicBezTo>
                  <a:pt x="912090" y="671509"/>
                  <a:pt x="923688" y="683088"/>
                  <a:pt x="923695" y="697379"/>
                </a:cubicBezTo>
                <a:cubicBezTo>
                  <a:pt x="923695" y="697387"/>
                  <a:pt x="923695" y="697395"/>
                  <a:pt x="923695" y="697404"/>
                </a:cubicBezTo>
                <a:close/>
                <a:moveTo>
                  <a:pt x="1141923" y="697404"/>
                </a:moveTo>
                <a:cubicBezTo>
                  <a:pt x="1141923" y="711702"/>
                  <a:pt x="1130324" y="723293"/>
                  <a:pt x="1116016" y="723293"/>
                </a:cubicBezTo>
                <a:cubicBezTo>
                  <a:pt x="1101708" y="723293"/>
                  <a:pt x="1090109" y="711702"/>
                  <a:pt x="1090109" y="697404"/>
                </a:cubicBezTo>
                <a:cubicBezTo>
                  <a:pt x="1090109" y="683106"/>
                  <a:pt x="1101708" y="671516"/>
                  <a:pt x="1116016" y="671516"/>
                </a:cubicBezTo>
                <a:cubicBezTo>
                  <a:pt x="1130316" y="671532"/>
                  <a:pt x="1141907" y="683113"/>
                  <a:pt x="1141923" y="697404"/>
                </a:cubicBezTo>
                <a:close/>
              </a:path>
            </a:pathLst>
          </a:custGeom>
          <a:solidFill>
            <a:srgbClr val="FFFFFF"/>
          </a:solidFill>
        </p:spPr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93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2675" y="809625"/>
            <a:ext cx="5194300" cy="606584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>
              <a:lnSpc>
                <a:spcPct val="130000"/>
              </a:lnSpc>
            </a:pPr>
            <a:r>
              <a:rPr lang="en-US" sz="2600" b="1" dirty="0">
                <a:solidFill>
                  <a:srgbClr val="00000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宜宾出圈：春晚效应引爆城市热度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 flipH="1">
            <a:off x="10238845" y="931833"/>
            <a:ext cx="878810" cy="279259"/>
          </a:xfrm>
          <a:custGeom>
            <a:avLst/>
            <a:gdLst/>
            <a:ahLst/>
            <a:cxnLst/>
            <a:rect l="l" t="t" r="r" b="b"/>
            <a:pathLst>
              <a:path w="878810" h="279259">
                <a:moveTo>
                  <a:pt x="192859" y="139265"/>
                </a:moveTo>
                <a:lnTo>
                  <a:pt x="54326" y="-101"/>
                </a:lnTo>
                <a:lnTo>
                  <a:pt x="-976" y="55587"/>
                </a:lnTo>
                <a:lnTo>
                  <a:pt x="43352" y="100198"/>
                </a:lnTo>
                <a:lnTo>
                  <a:pt x="78533" y="139582"/>
                </a:lnTo>
                <a:lnTo>
                  <a:pt x="43352" y="178953"/>
                </a:lnTo>
                <a:lnTo>
                  <a:pt x="-976" y="223565"/>
                </a:lnTo>
                <a:lnTo>
                  <a:pt x="54326" y="279259"/>
                </a:lnTo>
                <a:lnTo>
                  <a:pt x="192859" y="139893"/>
                </a:lnTo>
                <a:lnTo>
                  <a:pt x="192553" y="139576"/>
                </a:lnTo>
                <a:close/>
                <a:moveTo>
                  <a:pt x="421509" y="139265"/>
                </a:moveTo>
                <a:lnTo>
                  <a:pt x="282977" y="-101"/>
                </a:lnTo>
                <a:lnTo>
                  <a:pt x="227674" y="55587"/>
                </a:lnTo>
                <a:lnTo>
                  <a:pt x="272002" y="100198"/>
                </a:lnTo>
                <a:lnTo>
                  <a:pt x="307123" y="139582"/>
                </a:lnTo>
                <a:lnTo>
                  <a:pt x="272002" y="178953"/>
                </a:lnTo>
                <a:lnTo>
                  <a:pt x="227674" y="223565"/>
                </a:lnTo>
                <a:lnTo>
                  <a:pt x="282977" y="279259"/>
                </a:lnTo>
                <a:lnTo>
                  <a:pt x="421509" y="139893"/>
                </a:lnTo>
                <a:lnTo>
                  <a:pt x="421204" y="139576"/>
                </a:lnTo>
                <a:close/>
                <a:moveTo>
                  <a:pt x="650160" y="139265"/>
                </a:moveTo>
                <a:lnTo>
                  <a:pt x="511627" y="-101"/>
                </a:lnTo>
                <a:lnTo>
                  <a:pt x="456264" y="55587"/>
                </a:lnTo>
                <a:lnTo>
                  <a:pt x="500653" y="100198"/>
                </a:lnTo>
                <a:lnTo>
                  <a:pt x="535774" y="139582"/>
                </a:lnTo>
                <a:lnTo>
                  <a:pt x="500653" y="178953"/>
                </a:lnTo>
                <a:lnTo>
                  <a:pt x="456264" y="223565"/>
                </a:lnTo>
                <a:lnTo>
                  <a:pt x="511627" y="279259"/>
                </a:lnTo>
                <a:lnTo>
                  <a:pt x="650160" y="139893"/>
                </a:lnTo>
                <a:lnTo>
                  <a:pt x="649854" y="139576"/>
                </a:lnTo>
                <a:close/>
                <a:moveTo>
                  <a:pt x="878810" y="139265"/>
                </a:moveTo>
                <a:lnTo>
                  <a:pt x="740277" y="-101"/>
                </a:lnTo>
                <a:lnTo>
                  <a:pt x="684914" y="55587"/>
                </a:lnTo>
                <a:lnTo>
                  <a:pt x="729242" y="100198"/>
                </a:lnTo>
                <a:lnTo>
                  <a:pt x="764423" y="139582"/>
                </a:lnTo>
                <a:lnTo>
                  <a:pt x="729242" y="178953"/>
                </a:lnTo>
                <a:lnTo>
                  <a:pt x="684914" y="223565"/>
                </a:lnTo>
                <a:lnTo>
                  <a:pt x="740277" y="279259"/>
                </a:lnTo>
                <a:lnTo>
                  <a:pt x="878810" y="139893"/>
                </a:lnTo>
                <a:lnTo>
                  <a:pt x="878444" y="139576"/>
                </a:lnTo>
                <a:close/>
              </a:path>
            </a:pathLst>
          </a:custGeom>
          <a:solidFill>
            <a:srgbClr val="3D59C2"/>
          </a:solidFill>
        </p:spPr>
      </p:sp>
      <p:pic>
        <p:nvPicPr>
          <p:cNvPr id="4" name="Image 0" descr="https://kimi-img.moonshot.cn/pub/slides/slides_tmpl/image/25-10-11-20:12:07-d3l4j5os8jdo4os5eka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960" y="5412105"/>
            <a:ext cx="449580" cy="631190"/>
          </a:xfrm>
          <a:prstGeom prst="rect">
            <a:avLst/>
          </a:prstGeom>
        </p:spPr>
      </p:pic>
      <p:sp>
        <p:nvSpPr>
          <p:cNvPr id="5" name="Text 2"/>
          <p:cNvSpPr/>
          <p:nvPr>
            <p:custDataLst>
              <p:tags r:id="rId3"/>
            </p:custDataLst>
          </p:nvPr>
        </p:nvSpPr>
        <p:spPr>
          <a:xfrm>
            <a:off x="1095375" y="1609090"/>
            <a:ext cx="3152140" cy="946785"/>
          </a:xfrm>
          <a:prstGeom prst="rect">
            <a:avLst/>
          </a:prstGeom>
          <a:noFill/>
        </p:spPr>
        <p:txBody>
          <a:bodyPr wrap="square" lIns="91440" tIns="45720" rIns="91440" bIns="45720" rtlCol="0" anchor="ctr"/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3D59C2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春晚分会场效应</a:t>
            </a:r>
            <a:endParaRPr lang="en-US" sz="1600" dirty="0"/>
          </a:p>
        </p:txBody>
      </p:sp>
      <p:sp>
        <p:nvSpPr>
          <p:cNvPr id="6" name="Text 3"/>
          <p:cNvSpPr/>
          <p:nvPr>
            <p:custDataLst>
              <p:tags r:id="rId4"/>
            </p:custDataLst>
          </p:nvPr>
        </p:nvSpPr>
        <p:spPr>
          <a:xfrm>
            <a:off x="1095375" y="2604770"/>
            <a:ext cx="3152140" cy="204208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60000"/>
              </a:lnSpc>
            </a:pPr>
            <a:r>
              <a:rPr lang="en-US" sz="1600" dirty="0">
                <a:solidFill>
                  <a:srgbClr val="00000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2025年央视春晚将宜宾设为四大分会场之一，三江口夜景与非遗表演惊艳全国，城市知名度与旅游热度持续攀升，五一假期成为延续热度的黄金窗口。</a:t>
            </a:r>
            <a:endParaRPr lang="en-US" sz="1600" dirty="0"/>
          </a:p>
        </p:txBody>
      </p:sp>
      <p:sp>
        <p:nvSpPr>
          <p:cNvPr id="7" name="Text 4"/>
          <p:cNvSpPr/>
          <p:nvPr>
            <p:custDataLst>
              <p:tags r:id="rId5"/>
            </p:custDataLst>
          </p:nvPr>
        </p:nvSpPr>
        <p:spPr>
          <a:xfrm>
            <a:off x="4648200" y="1613218"/>
            <a:ext cx="3152140" cy="946785"/>
          </a:xfrm>
          <a:prstGeom prst="rect">
            <a:avLst/>
          </a:prstGeom>
          <a:noFill/>
        </p:spPr>
        <p:txBody>
          <a:bodyPr wrap="square" lIns="91440" tIns="45720" rIns="91440" bIns="45720" rtlCol="0" anchor="ctr"/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3D59C2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中国酒都城市名片</a:t>
            </a:r>
            <a:endParaRPr lang="en-US" sz="1600" dirty="0"/>
          </a:p>
        </p:txBody>
      </p:sp>
      <p:sp>
        <p:nvSpPr>
          <p:cNvPr id="8" name="Text 5"/>
          <p:cNvSpPr/>
          <p:nvPr>
            <p:custDataLst>
              <p:tags r:id="rId6"/>
            </p:custDataLst>
          </p:nvPr>
        </p:nvSpPr>
        <p:spPr>
          <a:xfrm>
            <a:off x="4648200" y="2606040"/>
            <a:ext cx="3152140" cy="165195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60000"/>
              </a:lnSpc>
            </a:pPr>
            <a:r>
              <a:rPr lang="en-US" sz="1600" dirty="0">
                <a:solidFill>
                  <a:srgbClr val="00000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宜宾作为"中国酒都"与五粮液发源地，拥有4000年酿酒史，城市形象与五粮液品牌深度绑定，具备独特的文旅融合传播优势。</a:t>
            </a:r>
            <a:endParaRPr lang="en-US" sz="1600" dirty="0"/>
          </a:p>
        </p:txBody>
      </p:sp>
      <p:sp>
        <p:nvSpPr>
          <p:cNvPr id="9" name="Text 6"/>
          <p:cNvSpPr/>
          <p:nvPr>
            <p:custDataLst>
              <p:tags r:id="rId7"/>
            </p:custDataLst>
          </p:nvPr>
        </p:nvSpPr>
        <p:spPr>
          <a:xfrm>
            <a:off x="8255000" y="1613218"/>
            <a:ext cx="3152140" cy="946785"/>
          </a:xfrm>
          <a:prstGeom prst="rect">
            <a:avLst/>
          </a:prstGeom>
          <a:noFill/>
        </p:spPr>
        <p:txBody>
          <a:bodyPr wrap="square" lIns="91440" tIns="45720" rIns="91440" bIns="45720" rtlCol="0" anchor="ctr"/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3D59C2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三方共赢战略目标</a:t>
            </a:r>
            <a:endParaRPr lang="en-US" sz="1600" dirty="0"/>
          </a:p>
        </p:txBody>
      </p:sp>
      <p:sp>
        <p:nvSpPr>
          <p:cNvPr id="10" name="Text 7"/>
          <p:cNvSpPr/>
          <p:nvPr>
            <p:custDataLst>
              <p:tags r:id="rId8"/>
            </p:custDataLst>
          </p:nvPr>
        </p:nvSpPr>
        <p:spPr>
          <a:xfrm>
            <a:off x="8255000" y="2611755"/>
            <a:ext cx="3152140" cy="204208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60000"/>
              </a:lnSpc>
            </a:pPr>
            <a:r>
              <a:rPr lang="en-US" sz="1600" dirty="0">
                <a:solidFill>
                  <a:srgbClr val="00000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借势五一旅游高峰，宣传美丽宜宾、推广五粮液文化，同时培养大学生新媒体运营实战能力，实现城市、企业、高校三方价值共创。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93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 flipH="1">
            <a:off x="10238845" y="931833"/>
            <a:ext cx="878810" cy="279259"/>
          </a:xfrm>
          <a:custGeom>
            <a:avLst/>
            <a:gdLst/>
            <a:ahLst/>
            <a:cxnLst/>
            <a:rect l="l" t="t" r="r" b="b"/>
            <a:pathLst>
              <a:path w="878810" h="279259">
                <a:moveTo>
                  <a:pt x="192859" y="139265"/>
                </a:moveTo>
                <a:lnTo>
                  <a:pt x="54326" y="-101"/>
                </a:lnTo>
                <a:lnTo>
                  <a:pt x="-976" y="55587"/>
                </a:lnTo>
                <a:lnTo>
                  <a:pt x="43352" y="100198"/>
                </a:lnTo>
                <a:lnTo>
                  <a:pt x="78533" y="139582"/>
                </a:lnTo>
                <a:lnTo>
                  <a:pt x="43352" y="178953"/>
                </a:lnTo>
                <a:lnTo>
                  <a:pt x="-976" y="223565"/>
                </a:lnTo>
                <a:lnTo>
                  <a:pt x="54326" y="279259"/>
                </a:lnTo>
                <a:lnTo>
                  <a:pt x="192859" y="139893"/>
                </a:lnTo>
                <a:lnTo>
                  <a:pt x="192553" y="139576"/>
                </a:lnTo>
                <a:close/>
                <a:moveTo>
                  <a:pt x="421509" y="139265"/>
                </a:moveTo>
                <a:lnTo>
                  <a:pt x="282977" y="-101"/>
                </a:lnTo>
                <a:lnTo>
                  <a:pt x="227674" y="55587"/>
                </a:lnTo>
                <a:lnTo>
                  <a:pt x="272002" y="100198"/>
                </a:lnTo>
                <a:lnTo>
                  <a:pt x="307123" y="139582"/>
                </a:lnTo>
                <a:lnTo>
                  <a:pt x="272002" y="178953"/>
                </a:lnTo>
                <a:lnTo>
                  <a:pt x="227674" y="223565"/>
                </a:lnTo>
                <a:lnTo>
                  <a:pt x="282977" y="279259"/>
                </a:lnTo>
                <a:lnTo>
                  <a:pt x="421509" y="139893"/>
                </a:lnTo>
                <a:lnTo>
                  <a:pt x="421204" y="139576"/>
                </a:lnTo>
                <a:close/>
                <a:moveTo>
                  <a:pt x="650160" y="139265"/>
                </a:moveTo>
                <a:lnTo>
                  <a:pt x="511627" y="-101"/>
                </a:lnTo>
                <a:lnTo>
                  <a:pt x="456264" y="55587"/>
                </a:lnTo>
                <a:lnTo>
                  <a:pt x="500653" y="100198"/>
                </a:lnTo>
                <a:lnTo>
                  <a:pt x="535774" y="139582"/>
                </a:lnTo>
                <a:lnTo>
                  <a:pt x="500653" y="178953"/>
                </a:lnTo>
                <a:lnTo>
                  <a:pt x="456264" y="223565"/>
                </a:lnTo>
                <a:lnTo>
                  <a:pt x="511627" y="279259"/>
                </a:lnTo>
                <a:lnTo>
                  <a:pt x="650160" y="139893"/>
                </a:lnTo>
                <a:lnTo>
                  <a:pt x="649854" y="139576"/>
                </a:lnTo>
                <a:close/>
                <a:moveTo>
                  <a:pt x="878810" y="139265"/>
                </a:moveTo>
                <a:lnTo>
                  <a:pt x="740277" y="-101"/>
                </a:lnTo>
                <a:lnTo>
                  <a:pt x="684914" y="55587"/>
                </a:lnTo>
                <a:lnTo>
                  <a:pt x="729242" y="100198"/>
                </a:lnTo>
                <a:lnTo>
                  <a:pt x="764423" y="139582"/>
                </a:lnTo>
                <a:lnTo>
                  <a:pt x="729242" y="178953"/>
                </a:lnTo>
                <a:lnTo>
                  <a:pt x="684914" y="223565"/>
                </a:lnTo>
                <a:lnTo>
                  <a:pt x="740277" y="279259"/>
                </a:lnTo>
                <a:lnTo>
                  <a:pt x="878810" y="139893"/>
                </a:lnTo>
                <a:lnTo>
                  <a:pt x="878444" y="139576"/>
                </a:lnTo>
                <a:close/>
              </a:path>
            </a:pathLst>
          </a:custGeom>
          <a:solidFill>
            <a:srgbClr val="3D59C2"/>
          </a:solidFill>
        </p:spPr>
      </p:sp>
      <p:pic>
        <p:nvPicPr>
          <p:cNvPr id="4" name="Image 0" descr="https://kimi-img.moonshot.cn/pub/slides/slides_tmpl/image/25-10-11-20:12:07-d3l4j5os8jdo4os5eka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960" y="5412105"/>
            <a:ext cx="449580" cy="631190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9195" y="812165"/>
            <a:ext cx="3691890" cy="5954395"/>
          </a:xfrm>
          <a:prstGeom prst="rect">
            <a:avLst/>
          </a:prstGeom>
        </p:spPr>
      </p:pic>
      <p:sp>
        <p:nvSpPr>
          <p:cNvPr id="12" name="Text 0"/>
          <p:cNvSpPr/>
          <p:nvPr/>
        </p:nvSpPr>
        <p:spPr>
          <a:xfrm>
            <a:off x="441960" y="200978"/>
            <a:ext cx="6129655" cy="610870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>
              <a:lnSpc>
                <a:spcPct val="130000"/>
              </a:lnSpc>
            </a:pPr>
            <a:r>
              <a:rPr lang="en-US" sz="2600" b="1" dirty="0">
                <a:solidFill>
                  <a:srgbClr val="00000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宜宾五粮液仙林生态有限责任公司介绍</a:t>
            </a:r>
            <a:endParaRPr lang="en-US" sz="2600" b="1" dirty="0">
              <a:solidFill>
                <a:srgbClr val="000000"/>
              </a:solidFill>
              <a:latin typeface="MiSans" panose="00000500000000000000" pitchFamily="34" charset="-122"/>
              <a:ea typeface="MiSans" panose="00000500000000000000" pitchFamily="34" charset="-122"/>
              <a:cs typeface="MiSans" panose="00000500000000000000" pitchFamily="34" charset="-120"/>
            </a:endParaRPr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93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11-20:12:06-d3l4j5gs8jdo4os5ek7g.jp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 l="3295" r="3295"/>
          <a:stretch>
            <a:fillRect/>
          </a:stretch>
        </p:blipFill>
        <p:spPr>
          <a:xfrm>
            <a:off x="3672205" y="1166495"/>
            <a:ext cx="3195955" cy="249999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42670" y="2682240"/>
            <a:ext cx="2677795" cy="1494155"/>
          </a:xfrm>
          <a:prstGeom prst="rect">
            <a:avLst/>
          </a:prstGeom>
          <a:noFill/>
        </p:spPr>
        <p:txBody>
          <a:bodyPr wrap="square" lIns="91440" tIns="45720" rIns="91440" bIns="45720" rtlCol="0" anchor="ctr"/>
          <a:lstStyle/>
          <a:p>
            <a:pPr>
              <a:lnSpc>
                <a:spcPct val="150000"/>
              </a:lnSpc>
            </a:pPr>
            <a:r>
              <a:rPr lang="en-US" sz="2600" b="1" dirty="0">
                <a:solidFill>
                  <a:srgbClr val="00000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龙虎新品：</a:t>
            </a:r>
            <a:endParaRPr lang="en-US" sz="2600" b="1" dirty="0">
              <a:solidFill>
                <a:srgbClr val="000000"/>
              </a:solidFill>
              <a:latin typeface="MiSans" panose="00000500000000000000" pitchFamily="34" charset="-122"/>
              <a:ea typeface="MiSans" panose="00000500000000000000" pitchFamily="34" charset="-122"/>
              <a:cs typeface="MiSans" panose="00000500000000000000" pitchFamily="34" charset="-120"/>
            </a:endParaRPr>
          </a:p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00000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世界杯联名锚定年轻赛道</a:t>
            </a:r>
            <a:endParaRPr lang="en-US" sz="1600" dirty="0"/>
          </a:p>
        </p:txBody>
      </p:sp>
      <p:pic>
        <p:nvPicPr>
          <p:cNvPr id="4" name="Image 1" descr="https://kimi-img.moonshot.cn/pub/slides/slides_tmpl/image/25-10-11-20:12:06-d3l4j5gs8jdo4os5ek7g.jpg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3"/>
          <a:srcRect l="3295" r="3295"/>
          <a:stretch>
            <a:fillRect/>
          </a:stretch>
        </p:blipFill>
        <p:spPr>
          <a:xfrm>
            <a:off x="3672840" y="3837940"/>
            <a:ext cx="3173730" cy="2500630"/>
          </a:xfrm>
          <a:prstGeom prst="rect">
            <a:avLst/>
          </a:prstGeom>
        </p:spPr>
      </p:pic>
      <p:pic>
        <p:nvPicPr>
          <p:cNvPr id="5" name="Image 2" descr="https://kimi-img.moonshot.cn/pub/slides/slides_tmpl/image/25-10-11-20:12:06-d3l4j5gs8jdo4os5ek7g.jpg"/>
          <p:cNvPicPr>
            <a:picLocks noChangeAspect="1"/>
          </p:cNvPicPr>
          <p:nvPr/>
        </p:nvPicPr>
        <p:blipFill>
          <a:blip r:embed="rId3"/>
          <a:srcRect t="47747" b="47747"/>
          <a:stretch>
            <a:fillRect/>
          </a:stretch>
        </p:blipFill>
        <p:spPr>
          <a:xfrm rot="5400000" flipH="1">
            <a:off x="-3251835" y="3221355"/>
            <a:ext cx="6875780" cy="397510"/>
          </a:xfrm>
          <a:prstGeom prst="rect">
            <a:avLst/>
          </a:prstGeom>
        </p:spPr>
      </p:pic>
      <p:pic>
        <p:nvPicPr>
          <p:cNvPr id="6" name="Image 3" descr="https://kimi-img.moonshot.cn/pub/slides/slides_tmpl/image/25-10-11-20:12:07-d3l4j5os8jdo4os5eka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82775" y="1683385"/>
            <a:ext cx="997585" cy="631190"/>
          </a:xfrm>
          <a:prstGeom prst="rect">
            <a:avLst/>
          </a:prstGeom>
        </p:spPr>
      </p:pic>
      <p:pic>
        <p:nvPicPr>
          <p:cNvPr id="7" name="Image 4" descr="https://kimi-img.moonshot.cn/pub/slides/slides_tmpl/image/25-10-11-20:12:07-d3l4j5os8jdo4os5eka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41830" y="4417060"/>
            <a:ext cx="997585" cy="631190"/>
          </a:xfrm>
          <a:prstGeom prst="rect">
            <a:avLst/>
          </a:prstGeom>
        </p:spPr>
      </p:pic>
      <p:sp>
        <p:nvSpPr>
          <p:cNvPr id="8" name="Text 1"/>
          <p:cNvSpPr/>
          <p:nvPr>
            <p:custDataLst>
              <p:tags r:id="rId6"/>
            </p:custDataLst>
          </p:nvPr>
        </p:nvSpPr>
        <p:spPr>
          <a:xfrm>
            <a:off x="3844925" y="944880"/>
            <a:ext cx="2716530" cy="998220"/>
          </a:xfrm>
          <a:prstGeom prst="rect">
            <a:avLst/>
          </a:prstGeom>
          <a:noFill/>
        </p:spPr>
        <p:txBody>
          <a:bodyPr wrap="square" lIns="91440" tIns="45720" rIns="91440" bIns="45720" rtlCol="0" anchor="ctr"/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世界杯官方联名款</a:t>
            </a:r>
            <a:endParaRPr lang="en-US" sz="1600" dirty="0"/>
          </a:p>
        </p:txBody>
      </p:sp>
      <p:sp>
        <p:nvSpPr>
          <p:cNvPr id="9" name="Text 2"/>
          <p:cNvSpPr/>
          <p:nvPr>
            <p:custDataLst>
              <p:tags r:id="rId7"/>
            </p:custDataLst>
          </p:nvPr>
        </p:nvSpPr>
        <p:spPr>
          <a:xfrm>
            <a:off x="3819525" y="1619885"/>
            <a:ext cx="2925445" cy="1927225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algn="just">
              <a:lnSpc>
                <a:spcPct val="140000"/>
              </a:lnSpc>
            </a:pPr>
            <a:r>
              <a:rPr lang="en-US" sz="16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龙虎养生酒美加墨世界杯官方联名款（35度）锚定"草本养生/露酒"新赛道，融入健康化饮酒趋势，满足年轻消费者对"轻负担"饮酒的多元需求。</a:t>
            </a:r>
            <a:endParaRPr lang="en-US" sz="1600" dirty="0"/>
          </a:p>
        </p:txBody>
      </p:sp>
      <p:sp>
        <p:nvSpPr>
          <p:cNvPr id="10" name="Text 3"/>
          <p:cNvSpPr/>
          <p:nvPr>
            <p:custDataLst>
              <p:tags r:id="rId8"/>
            </p:custDataLst>
          </p:nvPr>
        </p:nvSpPr>
        <p:spPr>
          <a:xfrm>
            <a:off x="3845560" y="3616325"/>
            <a:ext cx="2716530" cy="998220"/>
          </a:xfrm>
          <a:prstGeom prst="rect">
            <a:avLst/>
          </a:prstGeom>
          <a:noFill/>
        </p:spPr>
        <p:txBody>
          <a:bodyPr wrap="square" lIns="91440" tIns="45720" rIns="91440" bIns="45720" rtlCol="0" anchor="ctr"/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纯粮工艺与便携设计</a:t>
            </a:r>
            <a:endParaRPr lang="en-US" sz="1600" dirty="0"/>
          </a:p>
        </p:txBody>
      </p:sp>
      <p:sp>
        <p:nvSpPr>
          <p:cNvPr id="11" name="Text 4"/>
          <p:cNvSpPr/>
          <p:nvPr>
            <p:custDataLst>
              <p:tags r:id="rId9"/>
            </p:custDataLst>
          </p:nvPr>
        </p:nvSpPr>
        <p:spPr>
          <a:xfrm>
            <a:off x="3819525" y="4271645"/>
            <a:ext cx="2925445" cy="1772285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algn="just">
              <a:lnSpc>
                <a:spcPct val="140000"/>
              </a:lnSpc>
            </a:pPr>
            <a:r>
              <a:rPr lang="en-US" sz="16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采用纯粮固态发酵工艺，低温萃取竹荪、葛根、绿豆等植物精华，口感绵柔醇厚。125ml小瓶装契合年轻群体尝鲜心理与便携场景需求。</a:t>
            </a:r>
            <a:endParaRPr lang="en-US" sz="1600" dirty="0"/>
          </a:p>
        </p:txBody>
      </p:sp>
      <p:pic>
        <p:nvPicPr>
          <p:cNvPr id="13" name="图片 12"/>
          <p:cNvPicPr/>
          <p:nvPr/>
        </p:nvPicPr>
        <p:blipFill>
          <a:blip r:embed="rId10"/>
          <a:stretch>
            <a:fillRect/>
          </a:stretch>
        </p:blipFill>
        <p:spPr>
          <a:xfrm>
            <a:off x="7022465" y="1166495"/>
            <a:ext cx="4941570" cy="516128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93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11-20:12:06-d3l4j5gs8jdo4os5ek80.jpg"/>
          <p:cNvPicPr>
            <a:picLocks noChangeAspect="1"/>
          </p:cNvPicPr>
          <p:nvPr/>
        </p:nvPicPr>
        <p:blipFill>
          <a:blip r:embed="rId1"/>
          <a:srcRect l="291" r="29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10-11-20:12:02-d3l4j4gs8jdo4os5ek5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5090" y="1907540"/>
            <a:ext cx="6954520" cy="3042920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10-11-20:12:01-d3l4j48s8jdo4os5ek3g.png"/>
          <p:cNvPicPr>
            <a:picLocks noChangeAspect="1"/>
          </p:cNvPicPr>
          <p:nvPr/>
        </p:nvPicPr>
        <p:blipFill>
          <a:blip r:embed="rId3"/>
          <a:srcRect l="11182" r="-7512"/>
          <a:stretch>
            <a:fillRect/>
          </a:stretch>
        </p:blipFill>
        <p:spPr>
          <a:xfrm flipH="1">
            <a:off x="8853170" y="0"/>
            <a:ext cx="3338830" cy="6857365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2456180" y="3725545"/>
            <a:ext cx="7279640" cy="68834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algn="ctr">
              <a:lnSpc>
                <a:spcPct val="110000"/>
              </a:lnSpc>
            </a:pPr>
            <a:r>
              <a:rPr lang="en-US" sz="3200" dirty="0">
                <a:solidFill>
                  <a:srgbClr val="00000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大赛机制设计</a:t>
            </a:r>
            <a:endParaRPr lang="en-US" sz="1600" dirty="0"/>
          </a:p>
        </p:txBody>
      </p:sp>
      <p:sp>
        <p:nvSpPr>
          <p:cNvPr id="6" name="Text 1"/>
          <p:cNvSpPr/>
          <p:nvPr/>
        </p:nvSpPr>
        <p:spPr>
          <a:xfrm>
            <a:off x="4684395" y="2249805"/>
            <a:ext cx="2824480" cy="143383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algn="ctr">
              <a:lnSpc>
                <a:spcPct val="100000"/>
              </a:lnSpc>
            </a:pPr>
            <a:r>
              <a:rPr lang="en-US" sz="9600" dirty="0">
                <a:solidFill>
                  <a:srgbClr val="3D59C2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02</a:t>
            </a:r>
            <a:endParaRPr lang="en-US" sz="1600" dirty="0"/>
          </a:p>
        </p:txBody>
      </p:sp>
      <p:sp>
        <p:nvSpPr>
          <p:cNvPr id="7" name="Shape 2"/>
          <p:cNvSpPr/>
          <p:nvPr/>
        </p:nvSpPr>
        <p:spPr>
          <a:xfrm>
            <a:off x="3863975" y="2890520"/>
            <a:ext cx="1303655" cy="414655"/>
          </a:xfrm>
          <a:custGeom>
            <a:avLst/>
            <a:gdLst/>
            <a:ahLst/>
            <a:cxnLst/>
            <a:rect l="l" t="t" r="r" b="b"/>
            <a:pathLst>
              <a:path w="1303655" h="414655">
                <a:moveTo>
                  <a:pt x="286093" y="206786"/>
                </a:moveTo>
                <a:lnTo>
                  <a:pt x="80589" y="-150"/>
                </a:lnTo>
                <a:lnTo>
                  <a:pt x="-1448" y="82538"/>
                </a:lnTo>
                <a:lnTo>
                  <a:pt x="64310" y="148778"/>
                </a:lnTo>
                <a:lnTo>
                  <a:pt x="116498" y="207257"/>
                </a:lnTo>
                <a:lnTo>
                  <a:pt x="64310" y="265717"/>
                </a:lnTo>
                <a:lnTo>
                  <a:pt x="-1448" y="331958"/>
                </a:lnTo>
                <a:lnTo>
                  <a:pt x="80589" y="414655"/>
                </a:lnTo>
                <a:lnTo>
                  <a:pt x="286093" y="207719"/>
                </a:lnTo>
                <a:lnTo>
                  <a:pt x="285640" y="207248"/>
                </a:lnTo>
                <a:close/>
                <a:moveTo>
                  <a:pt x="625280" y="206786"/>
                </a:moveTo>
                <a:lnTo>
                  <a:pt x="419777" y="-150"/>
                </a:lnTo>
                <a:lnTo>
                  <a:pt x="337739" y="82538"/>
                </a:lnTo>
                <a:lnTo>
                  <a:pt x="403497" y="148778"/>
                </a:lnTo>
                <a:lnTo>
                  <a:pt x="455597" y="207257"/>
                </a:lnTo>
                <a:lnTo>
                  <a:pt x="403497" y="265717"/>
                </a:lnTo>
                <a:lnTo>
                  <a:pt x="337739" y="331958"/>
                </a:lnTo>
                <a:lnTo>
                  <a:pt x="419777" y="414655"/>
                </a:lnTo>
                <a:lnTo>
                  <a:pt x="625280" y="207719"/>
                </a:lnTo>
                <a:lnTo>
                  <a:pt x="624827" y="207248"/>
                </a:lnTo>
                <a:close/>
                <a:moveTo>
                  <a:pt x="964468" y="206786"/>
                </a:moveTo>
                <a:lnTo>
                  <a:pt x="758964" y="-150"/>
                </a:lnTo>
                <a:lnTo>
                  <a:pt x="676836" y="82538"/>
                </a:lnTo>
                <a:lnTo>
                  <a:pt x="742685" y="148778"/>
                </a:lnTo>
                <a:lnTo>
                  <a:pt x="794784" y="207257"/>
                </a:lnTo>
                <a:lnTo>
                  <a:pt x="742685" y="265717"/>
                </a:lnTo>
                <a:lnTo>
                  <a:pt x="676836" y="331958"/>
                </a:lnTo>
                <a:lnTo>
                  <a:pt x="758964" y="414655"/>
                </a:lnTo>
                <a:lnTo>
                  <a:pt x="964468" y="207719"/>
                </a:lnTo>
                <a:lnTo>
                  <a:pt x="964015" y="207248"/>
                </a:lnTo>
                <a:close/>
                <a:moveTo>
                  <a:pt x="1303655" y="206786"/>
                </a:moveTo>
                <a:lnTo>
                  <a:pt x="1098151" y="-150"/>
                </a:lnTo>
                <a:lnTo>
                  <a:pt x="1016024" y="82538"/>
                </a:lnTo>
                <a:lnTo>
                  <a:pt x="1081781" y="148778"/>
                </a:lnTo>
                <a:lnTo>
                  <a:pt x="1133970" y="207257"/>
                </a:lnTo>
                <a:lnTo>
                  <a:pt x="1081781" y="265717"/>
                </a:lnTo>
                <a:lnTo>
                  <a:pt x="1016024" y="331958"/>
                </a:lnTo>
                <a:lnTo>
                  <a:pt x="1098151" y="414655"/>
                </a:lnTo>
                <a:lnTo>
                  <a:pt x="1303655" y="207719"/>
                </a:lnTo>
                <a:lnTo>
                  <a:pt x="1303111" y="207248"/>
                </a:lnTo>
                <a:close/>
              </a:path>
            </a:pathLst>
          </a:custGeom>
          <a:solidFill>
            <a:srgbClr val="3D59C2"/>
          </a:solidFill>
        </p:spPr>
      </p:sp>
      <p:sp>
        <p:nvSpPr>
          <p:cNvPr id="8" name="Shape 3"/>
          <p:cNvSpPr/>
          <p:nvPr/>
        </p:nvSpPr>
        <p:spPr>
          <a:xfrm flipH="1">
            <a:off x="6957060" y="2890520"/>
            <a:ext cx="1303655" cy="414655"/>
          </a:xfrm>
          <a:custGeom>
            <a:avLst/>
            <a:gdLst/>
            <a:ahLst/>
            <a:cxnLst/>
            <a:rect l="l" t="t" r="r" b="b"/>
            <a:pathLst>
              <a:path w="1303655" h="414655">
                <a:moveTo>
                  <a:pt x="286093" y="206786"/>
                </a:moveTo>
                <a:lnTo>
                  <a:pt x="80589" y="-150"/>
                </a:lnTo>
                <a:lnTo>
                  <a:pt x="-1448" y="82538"/>
                </a:lnTo>
                <a:lnTo>
                  <a:pt x="64310" y="148778"/>
                </a:lnTo>
                <a:lnTo>
                  <a:pt x="116498" y="207257"/>
                </a:lnTo>
                <a:lnTo>
                  <a:pt x="64310" y="265717"/>
                </a:lnTo>
                <a:lnTo>
                  <a:pt x="-1448" y="331958"/>
                </a:lnTo>
                <a:lnTo>
                  <a:pt x="80589" y="414655"/>
                </a:lnTo>
                <a:lnTo>
                  <a:pt x="286093" y="207719"/>
                </a:lnTo>
                <a:lnTo>
                  <a:pt x="285640" y="207248"/>
                </a:lnTo>
                <a:close/>
                <a:moveTo>
                  <a:pt x="625280" y="206786"/>
                </a:moveTo>
                <a:lnTo>
                  <a:pt x="419777" y="-150"/>
                </a:lnTo>
                <a:lnTo>
                  <a:pt x="337739" y="82538"/>
                </a:lnTo>
                <a:lnTo>
                  <a:pt x="403497" y="148778"/>
                </a:lnTo>
                <a:lnTo>
                  <a:pt x="455597" y="207257"/>
                </a:lnTo>
                <a:lnTo>
                  <a:pt x="403497" y="265717"/>
                </a:lnTo>
                <a:lnTo>
                  <a:pt x="337739" y="331958"/>
                </a:lnTo>
                <a:lnTo>
                  <a:pt x="419777" y="414655"/>
                </a:lnTo>
                <a:lnTo>
                  <a:pt x="625280" y="207719"/>
                </a:lnTo>
                <a:lnTo>
                  <a:pt x="624827" y="207248"/>
                </a:lnTo>
                <a:close/>
                <a:moveTo>
                  <a:pt x="964468" y="206786"/>
                </a:moveTo>
                <a:lnTo>
                  <a:pt x="758964" y="-150"/>
                </a:lnTo>
                <a:lnTo>
                  <a:pt x="676836" y="82538"/>
                </a:lnTo>
                <a:lnTo>
                  <a:pt x="742685" y="148778"/>
                </a:lnTo>
                <a:lnTo>
                  <a:pt x="794784" y="207257"/>
                </a:lnTo>
                <a:lnTo>
                  <a:pt x="742685" y="265717"/>
                </a:lnTo>
                <a:lnTo>
                  <a:pt x="676836" y="331958"/>
                </a:lnTo>
                <a:lnTo>
                  <a:pt x="758964" y="414655"/>
                </a:lnTo>
                <a:lnTo>
                  <a:pt x="964468" y="207719"/>
                </a:lnTo>
                <a:lnTo>
                  <a:pt x="964015" y="207248"/>
                </a:lnTo>
                <a:close/>
                <a:moveTo>
                  <a:pt x="1303655" y="206786"/>
                </a:moveTo>
                <a:lnTo>
                  <a:pt x="1098151" y="-150"/>
                </a:lnTo>
                <a:lnTo>
                  <a:pt x="1016024" y="82538"/>
                </a:lnTo>
                <a:lnTo>
                  <a:pt x="1081781" y="148778"/>
                </a:lnTo>
                <a:lnTo>
                  <a:pt x="1133970" y="207257"/>
                </a:lnTo>
                <a:lnTo>
                  <a:pt x="1081781" y="265717"/>
                </a:lnTo>
                <a:lnTo>
                  <a:pt x="1016024" y="331958"/>
                </a:lnTo>
                <a:lnTo>
                  <a:pt x="1098151" y="414655"/>
                </a:lnTo>
                <a:lnTo>
                  <a:pt x="1303655" y="207719"/>
                </a:lnTo>
                <a:lnTo>
                  <a:pt x="1303111" y="207248"/>
                </a:lnTo>
                <a:close/>
              </a:path>
            </a:pathLst>
          </a:custGeom>
          <a:solidFill>
            <a:srgbClr val="3D59C2"/>
          </a:solidFill>
        </p:spPr>
      </p:sp>
      <p:pic>
        <p:nvPicPr>
          <p:cNvPr id="9" name="Image 3" descr="https://kimi-img.moonshot.cn/pub/slides/slides_tmpl/image/25-10-11-20:12:01-d3l4j48s8jdo4os5ek3g.png"/>
          <p:cNvPicPr>
            <a:picLocks noChangeAspect="1"/>
          </p:cNvPicPr>
          <p:nvPr/>
        </p:nvPicPr>
        <p:blipFill>
          <a:blip r:embed="rId3"/>
          <a:srcRect l="11182" r="-7512"/>
          <a:stretch>
            <a:fillRect/>
          </a:stretch>
        </p:blipFill>
        <p:spPr>
          <a:xfrm>
            <a:off x="0" y="0"/>
            <a:ext cx="3338830" cy="6857365"/>
          </a:xfrm>
          <a:prstGeom prst="rect">
            <a:avLst/>
          </a:prstGeom>
        </p:spPr>
      </p:pic>
      <p:pic>
        <p:nvPicPr>
          <p:cNvPr id="10" name="Image 4" descr="https://kimi-img.moonshot.cn/pub/slides/slides_tmpl/image/25-10-11-20:12:02-d3l4j4gs8jdo4os5ek5g.png"/>
          <p:cNvPicPr>
            <a:picLocks noChangeAspect="1"/>
          </p:cNvPicPr>
          <p:nvPr/>
        </p:nvPicPr>
        <p:blipFill>
          <a:blip r:embed="rId4">
            <a:alphaModFix amt="38000"/>
          </a:blip>
          <a:stretch>
            <a:fillRect/>
          </a:stretch>
        </p:blipFill>
        <p:spPr>
          <a:xfrm rot="16200000">
            <a:off x="-1539875" y="2364740"/>
            <a:ext cx="5589905" cy="2401570"/>
          </a:xfrm>
          <a:prstGeom prst="rect">
            <a:avLst/>
          </a:prstGeom>
        </p:spPr>
      </p:pic>
      <p:pic>
        <p:nvPicPr>
          <p:cNvPr id="11" name="Image 5" descr="https://kimi-img.moonshot.cn/pub/slides/slides_tmpl/image/25-10-11-20:12:02-d3l4j4gs8jdo4os5ek5g.png"/>
          <p:cNvPicPr>
            <a:picLocks noChangeAspect="1"/>
          </p:cNvPicPr>
          <p:nvPr/>
        </p:nvPicPr>
        <p:blipFill>
          <a:blip r:embed="rId4">
            <a:alphaModFix amt="23000"/>
          </a:blip>
          <a:stretch>
            <a:fillRect/>
          </a:stretch>
        </p:blipFill>
        <p:spPr>
          <a:xfrm rot="5400000" flipH="1">
            <a:off x="8154035" y="2364740"/>
            <a:ext cx="5589905" cy="2401570"/>
          </a:xfrm>
          <a:prstGeom prst="rect">
            <a:avLst/>
          </a:prstGeom>
        </p:spPr>
      </p:pic>
      <p:sp>
        <p:nvSpPr>
          <p:cNvPr id="12" name="Shape 4"/>
          <p:cNvSpPr/>
          <p:nvPr/>
        </p:nvSpPr>
        <p:spPr>
          <a:xfrm>
            <a:off x="8780445" y="770854"/>
            <a:ext cx="1141923" cy="723293"/>
          </a:xfrm>
          <a:custGeom>
            <a:avLst/>
            <a:gdLst/>
            <a:ahLst/>
            <a:cxnLst/>
            <a:rect l="l" t="t" r="r" b="b"/>
            <a:pathLst>
              <a:path w="1141923" h="723293">
                <a:moveTo>
                  <a:pt x="50838" y="25788"/>
                </a:moveTo>
                <a:cubicBezTo>
                  <a:pt x="50838" y="40086"/>
                  <a:pt x="39239" y="51676"/>
                  <a:pt x="24931" y="51676"/>
                </a:cubicBezTo>
                <a:cubicBezTo>
                  <a:pt x="10623" y="51676"/>
                  <a:pt x="-976" y="40086"/>
                  <a:pt x="-976" y="25788"/>
                </a:cubicBezTo>
                <a:cubicBezTo>
                  <a:pt x="-976" y="11490"/>
                  <a:pt x="10623" y="-101"/>
                  <a:pt x="24931" y="-101"/>
                </a:cubicBezTo>
                <a:cubicBezTo>
                  <a:pt x="39233" y="-108"/>
                  <a:pt x="50831" y="11473"/>
                  <a:pt x="50838" y="25763"/>
                </a:cubicBezTo>
                <a:cubicBezTo>
                  <a:pt x="50838" y="25772"/>
                  <a:pt x="50838" y="25780"/>
                  <a:pt x="50838" y="25788"/>
                </a:cubicBezTo>
                <a:close/>
                <a:moveTo>
                  <a:pt x="269068" y="25788"/>
                </a:moveTo>
                <a:cubicBezTo>
                  <a:pt x="269068" y="40086"/>
                  <a:pt x="257469" y="51676"/>
                  <a:pt x="243160" y="51676"/>
                </a:cubicBezTo>
                <a:cubicBezTo>
                  <a:pt x="228853" y="51676"/>
                  <a:pt x="217253" y="40086"/>
                  <a:pt x="217253" y="25788"/>
                </a:cubicBezTo>
                <a:cubicBezTo>
                  <a:pt x="217253" y="11490"/>
                  <a:pt x="228853" y="-101"/>
                  <a:pt x="243160" y="-101"/>
                </a:cubicBezTo>
                <a:cubicBezTo>
                  <a:pt x="257461" y="-84"/>
                  <a:pt x="269051" y="11497"/>
                  <a:pt x="269068" y="25788"/>
                </a:cubicBezTo>
                <a:close/>
                <a:moveTo>
                  <a:pt x="487237" y="25788"/>
                </a:moveTo>
                <a:cubicBezTo>
                  <a:pt x="487237" y="40086"/>
                  <a:pt x="475637" y="51676"/>
                  <a:pt x="461329" y="51676"/>
                </a:cubicBezTo>
                <a:cubicBezTo>
                  <a:pt x="447021" y="51676"/>
                  <a:pt x="435422" y="40086"/>
                  <a:pt x="435422" y="25788"/>
                </a:cubicBezTo>
                <a:cubicBezTo>
                  <a:pt x="435422" y="11490"/>
                  <a:pt x="447021" y="-101"/>
                  <a:pt x="461329" y="-101"/>
                </a:cubicBezTo>
                <a:cubicBezTo>
                  <a:pt x="475631" y="-108"/>
                  <a:pt x="487229" y="11473"/>
                  <a:pt x="487237" y="25763"/>
                </a:cubicBezTo>
                <a:cubicBezTo>
                  <a:pt x="487237" y="25772"/>
                  <a:pt x="487237" y="25780"/>
                  <a:pt x="487237" y="25788"/>
                </a:cubicBezTo>
                <a:close/>
                <a:moveTo>
                  <a:pt x="705466" y="25788"/>
                </a:moveTo>
                <a:cubicBezTo>
                  <a:pt x="705466" y="40086"/>
                  <a:pt x="693867" y="51676"/>
                  <a:pt x="679559" y="51676"/>
                </a:cubicBezTo>
                <a:cubicBezTo>
                  <a:pt x="665250" y="51676"/>
                  <a:pt x="653652" y="40086"/>
                  <a:pt x="653652" y="25788"/>
                </a:cubicBezTo>
                <a:cubicBezTo>
                  <a:pt x="653652" y="11490"/>
                  <a:pt x="665250" y="-101"/>
                  <a:pt x="679559" y="-101"/>
                </a:cubicBezTo>
                <a:cubicBezTo>
                  <a:pt x="693861" y="-108"/>
                  <a:pt x="705458" y="11473"/>
                  <a:pt x="705466" y="25763"/>
                </a:cubicBezTo>
                <a:cubicBezTo>
                  <a:pt x="705466" y="25772"/>
                  <a:pt x="705466" y="25780"/>
                  <a:pt x="705466" y="25788"/>
                </a:cubicBezTo>
                <a:close/>
                <a:moveTo>
                  <a:pt x="923695" y="25788"/>
                </a:moveTo>
                <a:cubicBezTo>
                  <a:pt x="923695" y="40086"/>
                  <a:pt x="912096" y="51676"/>
                  <a:pt x="897788" y="51676"/>
                </a:cubicBezTo>
                <a:cubicBezTo>
                  <a:pt x="883481" y="51676"/>
                  <a:pt x="871881" y="40086"/>
                  <a:pt x="871881" y="25788"/>
                </a:cubicBezTo>
                <a:cubicBezTo>
                  <a:pt x="871881" y="11490"/>
                  <a:pt x="883481" y="-101"/>
                  <a:pt x="897788" y="-101"/>
                </a:cubicBezTo>
                <a:cubicBezTo>
                  <a:pt x="912090" y="-108"/>
                  <a:pt x="923688" y="11473"/>
                  <a:pt x="923695" y="25763"/>
                </a:cubicBezTo>
                <a:cubicBezTo>
                  <a:pt x="923695" y="25772"/>
                  <a:pt x="923695" y="25780"/>
                  <a:pt x="923695" y="25788"/>
                </a:cubicBezTo>
                <a:close/>
                <a:moveTo>
                  <a:pt x="1141923" y="25788"/>
                </a:moveTo>
                <a:cubicBezTo>
                  <a:pt x="1141923" y="40086"/>
                  <a:pt x="1130324" y="51676"/>
                  <a:pt x="1116016" y="51676"/>
                </a:cubicBezTo>
                <a:cubicBezTo>
                  <a:pt x="1101708" y="51676"/>
                  <a:pt x="1090109" y="40086"/>
                  <a:pt x="1090109" y="25788"/>
                </a:cubicBezTo>
                <a:cubicBezTo>
                  <a:pt x="1090109" y="11490"/>
                  <a:pt x="1101708" y="-101"/>
                  <a:pt x="1116016" y="-101"/>
                </a:cubicBezTo>
                <a:cubicBezTo>
                  <a:pt x="1130316" y="-84"/>
                  <a:pt x="1141907" y="11497"/>
                  <a:pt x="1141923" y="25788"/>
                </a:cubicBezTo>
                <a:close/>
                <a:moveTo>
                  <a:pt x="50838" y="193692"/>
                </a:moveTo>
                <a:cubicBezTo>
                  <a:pt x="50838" y="207990"/>
                  <a:pt x="39239" y="219580"/>
                  <a:pt x="24931" y="219580"/>
                </a:cubicBezTo>
                <a:cubicBezTo>
                  <a:pt x="10623" y="219580"/>
                  <a:pt x="-976" y="207990"/>
                  <a:pt x="-976" y="193692"/>
                </a:cubicBezTo>
                <a:cubicBezTo>
                  <a:pt x="-976" y="179394"/>
                  <a:pt x="10623" y="167803"/>
                  <a:pt x="24931" y="167803"/>
                </a:cubicBezTo>
                <a:cubicBezTo>
                  <a:pt x="39233" y="167796"/>
                  <a:pt x="50831" y="179377"/>
                  <a:pt x="50838" y="193668"/>
                </a:cubicBezTo>
                <a:cubicBezTo>
                  <a:pt x="50838" y="193676"/>
                  <a:pt x="50838" y="193684"/>
                  <a:pt x="50838" y="193692"/>
                </a:cubicBezTo>
                <a:close/>
                <a:moveTo>
                  <a:pt x="269068" y="193692"/>
                </a:moveTo>
                <a:cubicBezTo>
                  <a:pt x="269068" y="207990"/>
                  <a:pt x="257469" y="219580"/>
                  <a:pt x="243160" y="219580"/>
                </a:cubicBezTo>
                <a:cubicBezTo>
                  <a:pt x="228853" y="219580"/>
                  <a:pt x="217253" y="207990"/>
                  <a:pt x="217253" y="193692"/>
                </a:cubicBezTo>
                <a:cubicBezTo>
                  <a:pt x="217253" y="179394"/>
                  <a:pt x="228853" y="167803"/>
                  <a:pt x="243160" y="167803"/>
                </a:cubicBezTo>
                <a:cubicBezTo>
                  <a:pt x="257461" y="167820"/>
                  <a:pt x="269051" y="179401"/>
                  <a:pt x="269068" y="193692"/>
                </a:cubicBezTo>
                <a:close/>
                <a:moveTo>
                  <a:pt x="487237" y="193692"/>
                </a:moveTo>
                <a:cubicBezTo>
                  <a:pt x="487237" y="207990"/>
                  <a:pt x="475637" y="219580"/>
                  <a:pt x="461329" y="219580"/>
                </a:cubicBezTo>
                <a:cubicBezTo>
                  <a:pt x="447021" y="219580"/>
                  <a:pt x="435422" y="207990"/>
                  <a:pt x="435422" y="193692"/>
                </a:cubicBezTo>
                <a:cubicBezTo>
                  <a:pt x="435422" y="179394"/>
                  <a:pt x="447021" y="167803"/>
                  <a:pt x="461329" y="167803"/>
                </a:cubicBezTo>
                <a:cubicBezTo>
                  <a:pt x="475631" y="167796"/>
                  <a:pt x="487229" y="179377"/>
                  <a:pt x="487237" y="193668"/>
                </a:cubicBezTo>
                <a:cubicBezTo>
                  <a:pt x="487237" y="193676"/>
                  <a:pt x="487237" y="193684"/>
                  <a:pt x="487237" y="193692"/>
                </a:cubicBezTo>
                <a:close/>
                <a:moveTo>
                  <a:pt x="705466" y="193692"/>
                </a:moveTo>
                <a:cubicBezTo>
                  <a:pt x="705466" y="207990"/>
                  <a:pt x="693867" y="219580"/>
                  <a:pt x="679559" y="219580"/>
                </a:cubicBezTo>
                <a:cubicBezTo>
                  <a:pt x="665250" y="219580"/>
                  <a:pt x="653652" y="207990"/>
                  <a:pt x="653652" y="193692"/>
                </a:cubicBezTo>
                <a:cubicBezTo>
                  <a:pt x="653652" y="179394"/>
                  <a:pt x="665250" y="167803"/>
                  <a:pt x="679559" y="167803"/>
                </a:cubicBezTo>
                <a:cubicBezTo>
                  <a:pt x="693861" y="167796"/>
                  <a:pt x="705458" y="179377"/>
                  <a:pt x="705466" y="193668"/>
                </a:cubicBezTo>
                <a:cubicBezTo>
                  <a:pt x="705466" y="193676"/>
                  <a:pt x="705466" y="193684"/>
                  <a:pt x="705466" y="193692"/>
                </a:cubicBezTo>
                <a:close/>
                <a:moveTo>
                  <a:pt x="923695" y="193692"/>
                </a:moveTo>
                <a:cubicBezTo>
                  <a:pt x="923695" y="207990"/>
                  <a:pt x="912096" y="219580"/>
                  <a:pt x="897788" y="219580"/>
                </a:cubicBezTo>
                <a:cubicBezTo>
                  <a:pt x="883481" y="219580"/>
                  <a:pt x="871881" y="207990"/>
                  <a:pt x="871881" y="193692"/>
                </a:cubicBezTo>
                <a:cubicBezTo>
                  <a:pt x="871881" y="179394"/>
                  <a:pt x="883481" y="167803"/>
                  <a:pt x="897788" y="167803"/>
                </a:cubicBezTo>
                <a:cubicBezTo>
                  <a:pt x="912090" y="167796"/>
                  <a:pt x="923688" y="179377"/>
                  <a:pt x="923695" y="193668"/>
                </a:cubicBezTo>
                <a:cubicBezTo>
                  <a:pt x="923695" y="193676"/>
                  <a:pt x="923695" y="193684"/>
                  <a:pt x="923695" y="193692"/>
                </a:cubicBezTo>
                <a:close/>
                <a:moveTo>
                  <a:pt x="1141923" y="193692"/>
                </a:moveTo>
                <a:cubicBezTo>
                  <a:pt x="1141923" y="207990"/>
                  <a:pt x="1130324" y="219580"/>
                  <a:pt x="1116016" y="219580"/>
                </a:cubicBezTo>
                <a:cubicBezTo>
                  <a:pt x="1101708" y="219580"/>
                  <a:pt x="1090109" y="207990"/>
                  <a:pt x="1090109" y="193692"/>
                </a:cubicBezTo>
                <a:cubicBezTo>
                  <a:pt x="1090109" y="179394"/>
                  <a:pt x="1101708" y="167803"/>
                  <a:pt x="1116016" y="167803"/>
                </a:cubicBezTo>
                <a:cubicBezTo>
                  <a:pt x="1130316" y="167820"/>
                  <a:pt x="1141907" y="179401"/>
                  <a:pt x="1141923" y="193692"/>
                </a:cubicBezTo>
                <a:close/>
                <a:moveTo>
                  <a:pt x="50838" y="361596"/>
                </a:moveTo>
                <a:cubicBezTo>
                  <a:pt x="50838" y="375894"/>
                  <a:pt x="39239" y="387485"/>
                  <a:pt x="24931" y="387485"/>
                </a:cubicBezTo>
                <a:cubicBezTo>
                  <a:pt x="10623" y="387485"/>
                  <a:pt x="-976" y="375894"/>
                  <a:pt x="-976" y="361596"/>
                </a:cubicBezTo>
                <a:cubicBezTo>
                  <a:pt x="-976" y="347298"/>
                  <a:pt x="10623" y="335707"/>
                  <a:pt x="24931" y="335707"/>
                </a:cubicBezTo>
                <a:cubicBezTo>
                  <a:pt x="39233" y="335700"/>
                  <a:pt x="50831" y="347280"/>
                  <a:pt x="50838" y="361571"/>
                </a:cubicBezTo>
                <a:cubicBezTo>
                  <a:pt x="50838" y="361579"/>
                  <a:pt x="50838" y="361588"/>
                  <a:pt x="50838" y="361596"/>
                </a:cubicBezTo>
                <a:close/>
                <a:moveTo>
                  <a:pt x="269068" y="361596"/>
                </a:moveTo>
                <a:cubicBezTo>
                  <a:pt x="269068" y="375894"/>
                  <a:pt x="257469" y="387485"/>
                  <a:pt x="243160" y="387485"/>
                </a:cubicBezTo>
                <a:cubicBezTo>
                  <a:pt x="228853" y="387485"/>
                  <a:pt x="217253" y="375894"/>
                  <a:pt x="217253" y="361596"/>
                </a:cubicBezTo>
                <a:cubicBezTo>
                  <a:pt x="217253" y="347298"/>
                  <a:pt x="228853" y="335707"/>
                  <a:pt x="243160" y="335707"/>
                </a:cubicBezTo>
                <a:cubicBezTo>
                  <a:pt x="257461" y="335724"/>
                  <a:pt x="269051" y="347305"/>
                  <a:pt x="269068" y="361596"/>
                </a:cubicBezTo>
                <a:close/>
                <a:moveTo>
                  <a:pt x="487237" y="361596"/>
                </a:moveTo>
                <a:cubicBezTo>
                  <a:pt x="487237" y="375894"/>
                  <a:pt x="475637" y="387485"/>
                  <a:pt x="461329" y="387485"/>
                </a:cubicBezTo>
                <a:cubicBezTo>
                  <a:pt x="447021" y="387485"/>
                  <a:pt x="435422" y="375894"/>
                  <a:pt x="435422" y="361596"/>
                </a:cubicBezTo>
                <a:cubicBezTo>
                  <a:pt x="435422" y="347298"/>
                  <a:pt x="447021" y="335707"/>
                  <a:pt x="461329" y="335707"/>
                </a:cubicBezTo>
                <a:cubicBezTo>
                  <a:pt x="475631" y="335700"/>
                  <a:pt x="487229" y="347280"/>
                  <a:pt x="487237" y="361571"/>
                </a:cubicBezTo>
                <a:cubicBezTo>
                  <a:pt x="487237" y="361579"/>
                  <a:pt x="487237" y="361588"/>
                  <a:pt x="487237" y="361596"/>
                </a:cubicBezTo>
                <a:close/>
                <a:moveTo>
                  <a:pt x="705466" y="361596"/>
                </a:moveTo>
                <a:cubicBezTo>
                  <a:pt x="705466" y="375894"/>
                  <a:pt x="693867" y="387485"/>
                  <a:pt x="679559" y="387485"/>
                </a:cubicBezTo>
                <a:cubicBezTo>
                  <a:pt x="665250" y="387485"/>
                  <a:pt x="653652" y="375894"/>
                  <a:pt x="653652" y="361596"/>
                </a:cubicBezTo>
                <a:cubicBezTo>
                  <a:pt x="653652" y="347298"/>
                  <a:pt x="665250" y="335707"/>
                  <a:pt x="679559" y="335707"/>
                </a:cubicBezTo>
                <a:cubicBezTo>
                  <a:pt x="693861" y="335700"/>
                  <a:pt x="705458" y="347280"/>
                  <a:pt x="705466" y="361571"/>
                </a:cubicBezTo>
                <a:cubicBezTo>
                  <a:pt x="705466" y="361579"/>
                  <a:pt x="705466" y="361588"/>
                  <a:pt x="705466" y="361596"/>
                </a:cubicBezTo>
                <a:close/>
                <a:moveTo>
                  <a:pt x="923695" y="361596"/>
                </a:moveTo>
                <a:cubicBezTo>
                  <a:pt x="923695" y="375894"/>
                  <a:pt x="912096" y="387485"/>
                  <a:pt x="897788" y="387485"/>
                </a:cubicBezTo>
                <a:cubicBezTo>
                  <a:pt x="883481" y="387485"/>
                  <a:pt x="871881" y="375894"/>
                  <a:pt x="871881" y="361596"/>
                </a:cubicBezTo>
                <a:cubicBezTo>
                  <a:pt x="871881" y="347298"/>
                  <a:pt x="883481" y="335707"/>
                  <a:pt x="897788" y="335707"/>
                </a:cubicBezTo>
                <a:cubicBezTo>
                  <a:pt x="912090" y="335700"/>
                  <a:pt x="923688" y="347280"/>
                  <a:pt x="923695" y="361571"/>
                </a:cubicBezTo>
                <a:cubicBezTo>
                  <a:pt x="923695" y="361579"/>
                  <a:pt x="923695" y="361588"/>
                  <a:pt x="923695" y="361596"/>
                </a:cubicBezTo>
                <a:close/>
                <a:moveTo>
                  <a:pt x="1141923" y="361596"/>
                </a:moveTo>
                <a:cubicBezTo>
                  <a:pt x="1141923" y="375894"/>
                  <a:pt x="1130324" y="387485"/>
                  <a:pt x="1116016" y="387485"/>
                </a:cubicBezTo>
                <a:cubicBezTo>
                  <a:pt x="1101708" y="387485"/>
                  <a:pt x="1090109" y="375894"/>
                  <a:pt x="1090109" y="361596"/>
                </a:cubicBezTo>
                <a:cubicBezTo>
                  <a:pt x="1090109" y="347298"/>
                  <a:pt x="1101708" y="335707"/>
                  <a:pt x="1116016" y="335707"/>
                </a:cubicBezTo>
                <a:cubicBezTo>
                  <a:pt x="1130316" y="335724"/>
                  <a:pt x="1141907" y="347305"/>
                  <a:pt x="1141923" y="361596"/>
                </a:cubicBezTo>
                <a:close/>
                <a:moveTo>
                  <a:pt x="50838" y="529500"/>
                </a:moveTo>
                <a:cubicBezTo>
                  <a:pt x="50838" y="543798"/>
                  <a:pt x="39239" y="555389"/>
                  <a:pt x="24931" y="555389"/>
                </a:cubicBezTo>
                <a:cubicBezTo>
                  <a:pt x="10623" y="555389"/>
                  <a:pt x="-976" y="543798"/>
                  <a:pt x="-976" y="529500"/>
                </a:cubicBezTo>
                <a:cubicBezTo>
                  <a:pt x="-976" y="515202"/>
                  <a:pt x="10623" y="503612"/>
                  <a:pt x="24931" y="503612"/>
                </a:cubicBezTo>
                <a:cubicBezTo>
                  <a:pt x="39233" y="503605"/>
                  <a:pt x="50831" y="515184"/>
                  <a:pt x="50838" y="529475"/>
                </a:cubicBezTo>
                <a:cubicBezTo>
                  <a:pt x="50838" y="529484"/>
                  <a:pt x="50838" y="529492"/>
                  <a:pt x="50838" y="529500"/>
                </a:cubicBezTo>
                <a:close/>
                <a:moveTo>
                  <a:pt x="269068" y="529500"/>
                </a:moveTo>
                <a:cubicBezTo>
                  <a:pt x="269068" y="543798"/>
                  <a:pt x="257469" y="555389"/>
                  <a:pt x="243160" y="555389"/>
                </a:cubicBezTo>
                <a:cubicBezTo>
                  <a:pt x="228853" y="555389"/>
                  <a:pt x="217253" y="543798"/>
                  <a:pt x="217253" y="529500"/>
                </a:cubicBezTo>
                <a:cubicBezTo>
                  <a:pt x="217253" y="515202"/>
                  <a:pt x="228853" y="503612"/>
                  <a:pt x="243160" y="503612"/>
                </a:cubicBezTo>
                <a:cubicBezTo>
                  <a:pt x="257461" y="503629"/>
                  <a:pt x="269051" y="515209"/>
                  <a:pt x="269068" y="529500"/>
                </a:cubicBezTo>
                <a:close/>
                <a:moveTo>
                  <a:pt x="487237" y="529500"/>
                </a:moveTo>
                <a:cubicBezTo>
                  <a:pt x="487237" y="543798"/>
                  <a:pt x="475637" y="555389"/>
                  <a:pt x="461329" y="555389"/>
                </a:cubicBezTo>
                <a:cubicBezTo>
                  <a:pt x="447021" y="555389"/>
                  <a:pt x="435422" y="543798"/>
                  <a:pt x="435422" y="529500"/>
                </a:cubicBezTo>
                <a:cubicBezTo>
                  <a:pt x="435422" y="515202"/>
                  <a:pt x="447021" y="503612"/>
                  <a:pt x="461329" y="503612"/>
                </a:cubicBezTo>
                <a:cubicBezTo>
                  <a:pt x="475631" y="503605"/>
                  <a:pt x="487229" y="515184"/>
                  <a:pt x="487237" y="529475"/>
                </a:cubicBezTo>
                <a:cubicBezTo>
                  <a:pt x="487237" y="529484"/>
                  <a:pt x="487237" y="529492"/>
                  <a:pt x="487237" y="529500"/>
                </a:cubicBezTo>
                <a:close/>
                <a:moveTo>
                  <a:pt x="705466" y="529500"/>
                </a:moveTo>
                <a:cubicBezTo>
                  <a:pt x="705466" y="543798"/>
                  <a:pt x="693867" y="555389"/>
                  <a:pt x="679559" y="555389"/>
                </a:cubicBezTo>
                <a:cubicBezTo>
                  <a:pt x="665250" y="555389"/>
                  <a:pt x="653652" y="543798"/>
                  <a:pt x="653652" y="529500"/>
                </a:cubicBezTo>
                <a:cubicBezTo>
                  <a:pt x="653652" y="515202"/>
                  <a:pt x="665250" y="503612"/>
                  <a:pt x="679559" y="503612"/>
                </a:cubicBezTo>
                <a:cubicBezTo>
                  <a:pt x="693861" y="503605"/>
                  <a:pt x="705458" y="515184"/>
                  <a:pt x="705466" y="529475"/>
                </a:cubicBezTo>
                <a:cubicBezTo>
                  <a:pt x="705466" y="529484"/>
                  <a:pt x="705466" y="529492"/>
                  <a:pt x="705466" y="529500"/>
                </a:cubicBezTo>
                <a:close/>
                <a:moveTo>
                  <a:pt x="923695" y="529500"/>
                </a:moveTo>
                <a:cubicBezTo>
                  <a:pt x="923695" y="543798"/>
                  <a:pt x="912096" y="555389"/>
                  <a:pt x="897788" y="555389"/>
                </a:cubicBezTo>
                <a:cubicBezTo>
                  <a:pt x="883481" y="555389"/>
                  <a:pt x="871881" y="543798"/>
                  <a:pt x="871881" y="529500"/>
                </a:cubicBezTo>
                <a:cubicBezTo>
                  <a:pt x="871881" y="515202"/>
                  <a:pt x="883481" y="503612"/>
                  <a:pt x="897788" y="503612"/>
                </a:cubicBezTo>
                <a:cubicBezTo>
                  <a:pt x="912090" y="503605"/>
                  <a:pt x="923688" y="515184"/>
                  <a:pt x="923695" y="529475"/>
                </a:cubicBezTo>
                <a:cubicBezTo>
                  <a:pt x="923695" y="529484"/>
                  <a:pt x="923695" y="529492"/>
                  <a:pt x="923695" y="529500"/>
                </a:cubicBezTo>
                <a:close/>
                <a:moveTo>
                  <a:pt x="1141923" y="529500"/>
                </a:moveTo>
                <a:cubicBezTo>
                  <a:pt x="1141923" y="543798"/>
                  <a:pt x="1130324" y="555389"/>
                  <a:pt x="1116016" y="555389"/>
                </a:cubicBezTo>
                <a:cubicBezTo>
                  <a:pt x="1101708" y="555389"/>
                  <a:pt x="1090109" y="543798"/>
                  <a:pt x="1090109" y="529500"/>
                </a:cubicBezTo>
                <a:cubicBezTo>
                  <a:pt x="1090109" y="515202"/>
                  <a:pt x="1101708" y="503612"/>
                  <a:pt x="1116016" y="503612"/>
                </a:cubicBezTo>
                <a:cubicBezTo>
                  <a:pt x="1130316" y="503629"/>
                  <a:pt x="1141907" y="515209"/>
                  <a:pt x="1141923" y="529500"/>
                </a:cubicBezTo>
                <a:close/>
                <a:moveTo>
                  <a:pt x="50838" y="697404"/>
                </a:moveTo>
                <a:cubicBezTo>
                  <a:pt x="50838" y="711702"/>
                  <a:pt x="39239" y="723293"/>
                  <a:pt x="24931" y="723293"/>
                </a:cubicBezTo>
                <a:cubicBezTo>
                  <a:pt x="10623" y="723293"/>
                  <a:pt x="-976" y="711702"/>
                  <a:pt x="-976" y="697404"/>
                </a:cubicBezTo>
                <a:cubicBezTo>
                  <a:pt x="-976" y="683106"/>
                  <a:pt x="10623" y="671516"/>
                  <a:pt x="24931" y="671516"/>
                </a:cubicBezTo>
                <a:cubicBezTo>
                  <a:pt x="39233" y="671509"/>
                  <a:pt x="50831" y="683088"/>
                  <a:pt x="50838" y="697379"/>
                </a:cubicBezTo>
                <a:cubicBezTo>
                  <a:pt x="50838" y="697387"/>
                  <a:pt x="50838" y="697395"/>
                  <a:pt x="50838" y="697404"/>
                </a:cubicBezTo>
                <a:close/>
                <a:moveTo>
                  <a:pt x="269068" y="697404"/>
                </a:moveTo>
                <a:cubicBezTo>
                  <a:pt x="269068" y="711702"/>
                  <a:pt x="257469" y="723293"/>
                  <a:pt x="243160" y="723293"/>
                </a:cubicBezTo>
                <a:cubicBezTo>
                  <a:pt x="228853" y="723293"/>
                  <a:pt x="217253" y="711702"/>
                  <a:pt x="217253" y="697404"/>
                </a:cubicBezTo>
                <a:cubicBezTo>
                  <a:pt x="217253" y="683106"/>
                  <a:pt x="228853" y="671516"/>
                  <a:pt x="243160" y="671516"/>
                </a:cubicBezTo>
                <a:cubicBezTo>
                  <a:pt x="257461" y="671532"/>
                  <a:pt x="269051" y="683113"/>
                  <a:pt x="269068" y="697404"/>
                </a:cubicBezTo>
                <a:close/>
                <a:moveTo>
                  <a:pt x="487237" y="697404"/>
                </a:moveTo>
                <a:cubicBezTo>
                  <a:pt x="487237" y="711702"/>
                  <a:pt x="475637" y="723293"/>
                  <a:pt x="461329" y="723293"/>
                </a:cubicBezTo>
                <a:cubicBezTo>
                  <a:pt x="447021" y="723293"/>
                  <a:pt x="435422" y="711702"/>
                  <a:pt x="435422" y="697404"/>
                </a:cubicBezTo>
                <a:cubicBezTo>
                  <a:pt x="435422" y="683106"/>
                  <a:pt x="447021" y="671516"/>
                  <a:pt x="461329" y="671516"/>
                </a:cubicBezTo>
                <a:cubicBezTo>
                  <a:pt x="475631" y="671509"/>
                  <a:pt x="487229" y="683088"/>
                  <a:pt x="487237" y="697379"/>
                </a:cubicBezTo>
                <a:cubicBezTo>
                  <a:pt x="487237" y="697387"/>
                  <a:pt x="487237" y="697395"/>
                  <a:pt x="487237" y="697404"/>
                </a:cubicBezTo>
                <a:close/>
                <a:moveTo>
                  <a:pt x="705466" y="697404"/>
                </a:moveTo>
                <a:cubicBezTo>
                  <a:pt x="705466" y="711702"/>
                  <a:pt x="693867" y="723293"/>
                  <a:pt x="679559" y="723293"/>
                </a:cubicBezTo>
                <a:cubicBezTo>
                  <a:pt x="665250" y="723293"/>
                  <a:pt x="653652" y="711702"/>
                  <a:pt x="653652" y="697404"/>
                </a:cubicBezTo>
                <a:cubicBezTo>
                  <a:pt x="653652" y="683106"/>
                  <a:pt x="665250" y="671516"/>
                  <a:pt x="679559" y="671516"/>
                </a:cubicBezTo>
                <a:cubicBezTo>
                  <a:pt x="693861" y="671509"/>
                  <a:pt x="705458" y="683088"/>
                  <a:pt x="705466" y="697379"/>
                </a:cubicBezTo>
                <a:cubicBezTo>
                  <a:pt x="705466" y="697387"/>
                  <a:pt x="705466" y="697395"/>
                  <a:pt x="705466" y="697404"/>
                </a:cubicBezTo>
                <a:close/>
                <a:moveTo>
                  <a:pt x="923695" y="697404"/>
                </a:moveTo>
                <a:cubicBezTo>
                  <a:pt x="923695" y="711702"/>
                  <a:pt x="912096" y="723293"/>
                  <a:pt x="897788" y="723293"/>
                </a:cubicBezTo>
                <a:cubicBezTo>
                  <a:pt x="883481" y="723293"/>
                  <a:pt x="871881" y="711702"/>
                  <a:pt x="871881" y="697404"/>
                </a:cubicBezTo>
                <a:cubicBezTo>
                  <a:pt x="871881" y="683106"/>
                  <a:pt x="883481" y="671516"/>
                  <a:pt x="897788" y="671516"/>
                </a:cubicBezTo>
                <a:cubicBezTo>
                  <a:pt x="912090" y="671509"/>
                  <a:pt x="923688" y="683088"/>
                  <a:pt x="923695" y="697379"/>
                </a:cubicBezTo>
                <a:cubicBezTo>
                  <a:pt x="923695" y="697387"/>
                  <a:pt x="923695" y="697395"/>
                  <a:pt x="923695" y="697404"/>
                </a:cubicBezTo>
                <a:close/>
                <a:moveTo>
                  <a:pt x="1141923" y="697404"/>
                </a:moveTo>
                <a:cubicBezTo>
                  <a:pt x="1141923" y="711702"/>
                  <a:pt x="1130324" y="723293"/>
                  <a:pt x="1116016" y="723293"/>
                </a:cubicBezTo>
                <a:cubicBezTo>
                  <a:pt x="1101708" y="723293"/>
                  <a:pt x="1090109" y="711702"/>
                  <a:pt x="1090109" y="697404"/>
                </a:cubicBezTo>
                <a:cubicBezTo>
                  <a:pt x="1090109" y="683106"/>
                  <a:pt x="1101708" y="671516"/>
                  <a:pt x="1116016" y="671516"/>
                </a:cubicBezTo>
                <a:cubicBezTo>
                  <a:pt x="1130316" y="671532"/>
                  <a:pt x="1141907" y="683113"/>
                  <a:pt x="1141923" y="697404"/>
                </a:cubicBezTo>
                <a:close/>
              </a:path>
            </a:pathLst>
          </a:custGeom>
          <a:solidFill>
            <a:srgbClr val="FFFFFF"/>
          </a:solidFill>
        </p:spPr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93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11-20:12:07-d3l4j5os8jdo4os5ek9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9834880" y="0"/>
            <a:ext cx="2357120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10-11-20:12:48-d3l4jg0s8jdo4os5ekog.jpg"/>
          <p:cNvPicPr>
            <a:picLocks noChangeAspect="1"/>
          </p:cNvPicPr>
          <p:nvPr/>
        </p:nvPicPr>
        <p:blipFill>
          <a:blip r:embed="rId3"/>
          <a:srcRect l="38856" r="38856"/>
          <a:stretch>
            <a:fillRect/>
          </a:stretch>
        </p:blipFill>
        <p:spPr>
          <a:xfrm>
            <a:off x="9334500" y="967740"/>
            <a:ext cx="2116455" cy="5319395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856615" y="494665"/>
            <a:ext cx="5193665" cy="646271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>
              <a:lnSpc>
                <a:spcPct val="140000"/>
              </a:lnSpc>
            </a:pPr>
            <a:r>
              <a:rPr lang="en-US" sz="2600" b="1" dirty="0">
                <a:solidFill>
                  <a:srgbClr val="00000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校企联动：三方协同构建传播矩阵</a:t>
            </a:r>
            <a:endParaRPr lang="en-US" sz="1600" dirty="0"/>
          </a:p>
        </p:txBody>
      </p:sp>
      <p:pic>
        <p:nvPicPr>
          <p:cNvPr id="5" name="Image 2" descr="https://kimi-img.moonshot.cn/pub/slides/slides_tmpl/image/25-10-11-20:12:43-d3l4jeos8jdo4os5eko0.png"/>
          <p:cNvPicPr>
            <a:picLocks noChangeAspect="1"/>
          </p:cNvPicPr>
          <p:nvPr/>
        </p:nvPicPr>
        <p:blipFill>
          <a:blip r:embed="rId4"/>
          <a:srcRect l="38" r="38"/>
          <a:stretch>
            <a:fillRect/>
          </a:stretch>
        </p:blipFill>
        <p:spPr>
          <a:xfrm>
            <a:off x="553085" y="1233805"/>
            <a:ext cx="328930" cy="5053330"/>
          </a:xfrm>
          <a:prstGeom prst="rect">
            <a:avLst/>
          </a:prstGeom>
        </p:spPr>
      </p:pic>
      <p:pic>
        <p:nvPicPr>
          <p:cNvPr id="6" name="Image 3" descr="https://kimi-img.moonshot.cn/pub/slides/slides_tmpl/image/25-10-11-20:12:07-d3l4j5os8jdo4os5eka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63815" y="527685"/>
            <a:ext cx="997585" cy="603885"/>
          </a:xfrm>
          <a:prstGeom prst="rect">
            <a:avLst/>
          </a:prstGeom>
        </p:spPr>
      </p:pic>
      <p:sp>
        <p:nvSpPr>
          <p:cNvPr id="7" name="Text 1"/>
          <p:cNvSpPr/>
          <p:nvPr>
            <p:custDataLst>
              <p:tags r:id="rId6"/>
            </p:custDataLst>
          </p:nvPr>
        </p:nvSpPr>
        <p:spPr>
          <a:xfrm>
            <a:off x="907415" y="1233805"/>
            <a:ext cx="3997325" cy="448032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3D59C2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策划赞助方</a:t>
            </a:r>
            <a:endParaRPr lang="en-US" sz="1600" dirty="0"/>
          </a:p>
        </p:txBody>
      </p:sp>
      <p:sp>
        <p:nvSpPr>
          <p:cNvPr id="8" name="Text 2"/>
          <p:cNvSpPr/>
          <p:nvPr>
            <p:custDataLst>
              <p:tags r:id="rId7"/>
            </p:custDataLst>
          </p:nvPr>
        </p:nvSpPr>
        <p:spPr>
          <a:xfrm>
            <a:off x="907415" y="1667510"/>
            <a:ext cx="7987030" cy="34925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sz="1400" dirty="0">
                <a:solidFill>
                  <a:srgbClr val="333F4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五粮液仙林生态酒业有限公司担任策划方与赞助方，提供产品资源、现金奖励支持。</a:t>
            </a:r>
            <a:endParaRPr lang="en-US" sz="1600" dirty="0"/>
          </a:p>
        </p:txBody>
      </p:sp>
      <p:sp>
        <p:nvSpPr>
          <p:cNvPr id="9" name="Text 3"/>
          <p:cNvSpPr/>
          <p:nvPr>
            <p:custDataLst>
              <p:tags r:id="rId8"/>
            </p:custDataLst>
          </p:nvPr>
        </p:nvSpPr>
        <p:spPr>
          <a:xfrm>
            <a:off x="907415" y="2596515"/>
            <a:ext cx="3997325" cy="448032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3D59C2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活动执行主体</a:t>
            </a:r>
            <a:endParaRPr lang="en-US" sz="1600" dirty="0"/>
          </a:p>
        </p:txBody>
      </p:sp>
      <p:sp>
        <p:nvSpPr>
          <p:cNvPr id="10" name="Text 4"/>
          <p:cNvSpPr/>
          <p:nvPr>
            <p:custDataLst>
              <p:tags r:id="rId9"/>
            </p:custDataLst>
          </p:nvPr>
        </p:nvSpPr>
        <p:spPr>
          <a:xfrm>
            <a:off x="907415" y="3030220"/>
            <a:ext cx="7987665" cy="65420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sz="1400" dirty="0">
                <a:solidFill>
                  <a:srgbClr val="333F4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宜宾职业技术学院、宜宾学院、四川轻化工大学三所高校作为活动主体，负责学生动员与内容初审。</a:t>
            </a:r>
            <a:endParaRPr lang="en-US" sz="1600" dirty="0"/>
          </a:p>
        </p:txBody>
      </p:sp>
      <p:sp>
        <p:nvSpPr>
          <p:cNvPr id="11" name="Text 5"/>
          <p:cNvSpPr/>
          <p:nvPr>
            <p:custDataLst>
              <p:tags r:id="rId10"/>
            </p:custDataLst>
          </p:nvPr>
        </p:nvSpPr>
        <p:spPr>
          <a:xfrm>
            <a:off x="907415" y="3959225"/>
            <a:ext cx="3997325" cy="448032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3D59C2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参赛组织形式</a:t>
            </a:r>
            <a:endParaRPr lang="en-US" sz="1600" dirty="0"/>
          </a:p>
        </p:txBody>
      </p:sp>
      <p:sp>
        <p:nvSpPr>
          <p:cNvPr id="12" name="Text 6"/>
          <p:cNvSpPr/>
          <p:nvPr>
            <p:custDataLst>
              <p:tags r:id="rId11"/>
            </p:custDataLst>
          </p:nvPr>
        </p:nvSpPr>
        <p:spPr>
          <a:xfrm>
            <a:off x="907415" y="4392930"/>
            <a:ext cx="7987665" cy="60769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sz="1400" dirty="0">
                <a:solidFill>
                  <a:srgbClr val="FF000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4</a:t>
            </a:r>
            <a:r>
              <a:rPr lang="zh-CN" altLang="en-US" sz="1400" dirty="0">
                <a:solidFill>
                  <a:srgbClr val="FF000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月</a:t>
            </a:r>
            <a:r>
              <a:rPr lang="en-US" altLang="zh-CN" sz="1400" dirty="0">
                <a:solidFill>
                  <a:srgbClr val="FF000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20</a:t>
            </a:r>
            <a:r>
              <a:rPr lang="zh-CN" altLang="en-US" sz="1400" dirty="0">
                <a:solidFill>
                  <a:srgbClr val="FF000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日前</a:t>
            </a:r>
            <a:r>
              <a:rPr lang="zh-CN" altLang="en-US" sz="1400" dirty="0">
                <a:solidFill>
                  <a:srgbClr val="333F4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，</a:t>
            </a:r>
            <a:r>
              <a:rPr lang="en-US" sz="1400" dirty="0">
                <a:solidFill>
                  <a:srgbClr val="FF000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在校大学生</a:t>
            </a:r>
            <a:r>
              <a:rPr lang="zh-CN" altLang="en-US" sz="1400" dirty="0">
                <a:solidFill>
                  <a:srgbClr val="FF000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向学校提交《参赛报名表》</a:t>
            </a:r>
            <a:r>
              <a:rPr lang="en-US" sz="1400" dirty="0">
                <a:solidFill>
                  <a:srgbClr val="FF000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报名</a:t>
            </a:r>
            <a:r>
              <a:rPr lang="en-US" sz="1400" dirty="0">
                <a:solidFill>
                  <a:srgbClr val="333F4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，社会人士经联系审核后也可参与，参赛人数上限1000人。</a:t>
            </a:r>
            <a:endParaRPr lang="en-US" sz="1600" dirty="0"/>
          </a:p>
        </p:txBody>
      </p:sp>
      <p:sp>
        <p:nvSpPr>
          <p:cNvPr id="13" name="Text 7"/>
          <p:cNvSpPr/>
          <p:nvPr>
            <p:custDataLst>
              <p:tags r:id="rId12"/>
            </p:custDataLst>
          </p:nvPr>
        </p:nvSpPr>
        <p:spPr>
          <a:xfrm>
            <a:off x="907415" y="5321935"/>
            <a:ext cx="3997325" cy="448032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3D59C2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三方价值共创</a:t>
            </a:r>
            <a:endParaRPr lang="en-US" sz="1600" dirty="0"/>
          </a:p>
        </p:txBody>
      </p:sp>
      <p:sp>
        <p:nvSpPr>
          <p:cNvPr id="14" name="Text 8"/>
          <p:cNvSpPr/>
          <p:nvPr>
            <p:custDataLst>
              <p:tags r:id="rId13"/>
            </p:custDataLst>
          </p:nvPr>
        </p:nvSpPr>
        <p:spPr>
          <a:xfrm>
            <a:off x="907415" y="5755640"/>
            <a:ext cx="7987665" cy="37282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sz="1400" dirty="0">
                <a:solidFill>
                  <a:srgbClr val="333F4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企业获得年轻化内容资产，高校实现产学研融合，学生获得实战锻炼与职业发展机会。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93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0060" y="694690"/>
            <a:ext cx="6604635" cy="646271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00000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赛程规划：五阶段推进确保传播节奏</a:t>
            </a:r>
            <a:endParaRPr lang="en-US" sz="1600" dirty="0"/>
          </a:p>
        </p:txBody>
      </p:sp>
      <p:pic>
        <p:nvPicPr>
          <p:cNvPr id="3" name="Image 0" descr="https://kimi-img.moonshot.cn/pub/slides/slides_tmpl/image/25-10-11-20:12:35-d3l4jcos8jdo4os5ekj0.jp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 l="49949" r="49949"/>
          <a:stretch>
            <a:fillRect/>
          </a:stretch>
        </p:blipFill>
        <p:spPr>
          <a:xfrm>
            <a:off x="4257040" y="2080895"/>
            <a:ext cx="18415" cy="3700145"/>
          </a:xfrm>
          <a:prstGeom prst="rect">
            <a:avLst/>
          </a:prstGeom>
        </p:spPr>
      </p:pic>
      <p:pic>
        <p:nvPicPr>
          <p:cNvPr id="4" name="Image 1" descr="https://kimi-img.moonshot.cn/pub/slides/slides_tmpl/image/25-10-11-20:12:35-d3l4jcos8jdo4os5ekj0.jpg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3"/>
          <a:srcRect l="49949" r="49949"/>
          <a:stretch>
            <a:fillRect/>
          </a:stretch>
        </p:blipFill>
        <p:spPr>
          <a:xfrm>
            <a:off x="8174355" y="2080895"/>
            <a:ext cx="18415" cy="3700145"/>
          </a:xfrm>
          <a:prstGeom prst="rect">
            <a:avLst/>
          </a:prstGeom>
        </p:spPr>
      </p:pic>
      <p:pic>
        <p:nvPicPr>
          <p:cNvPr id="5" name="Image 2" descr="https://kimi-img.moonshot.cn/pub/slides/slides_tmpl/image/25-10-11-20:12:06-d3l4j5gs8jdo4os5ek70.pn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rcRect t="-7823" r="-5271" b="-10146"/>
          <a:stretch>
            <a:fillRect/>
          </a:stretch>
        </p:blipFill>
        <p:spPr>
          <a:xfrm>
            <a:off x="850900" y="2667000"/>
            <a:ext cx="862330" cy="967105"/>
          </a:xfrm>
          <a:prstGeom prst="rect">
            <a:avLst/>
          </a:prstGeom>
        </p:spPr>
      </p:pic>
      <p:pic>
        <p:nvPicPr>
          <p:cNvPr id="6" name="Image 3" descr="https://kimi-img.moonshot.cn/pub/slides/slides_tmpl/image/25-10-11-20:12:06-d3l4j5gs8jdo4os5ek70.png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6"/>
          <a:srcRect t="-7823" b="-5112"/>
          <a:stretch>
            <a:fillRect/>
          </a:stretch>
        </p:blipFill>
        <p:spPr>
          <a:xfrm>
            <a:off x="4845050" y="2657475"/>
            <a:ext cx="819150" cy="925830"/>
          </a:xfrm>
          <a:prstGeom prst="rect">
            <a:avLst/>
          </a:prstGeom>
        </p:spPr>
      </p:pic>
      <p:pic>
        <p:nvPicPr>
          <p:cNvPr id="7" name="Image 4" descr="https://kimi-img.moonshot.cn/pub/slides/slides_tmpl/image/25-10-11-20:12:06-d3l4j5gs8jdo4os5ek70.png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6"/>
          <a:srcRect t="-2710" b="-5112"/>
          <a:stretch>
            <a:fillRect/>
          </a:stretch>
        </p:blipFill>
        <p:spPr>
          <a:xfrm>
            <a:off x="8641080" y="2708910"/>
            <a:ext cx="819150" cy="883920"/>
          </a:xfrm>
          <a:prstGeom prst="rect">
            <a:avLst/>
          </a:prstGeom>
        </p:spPr>
      </p:pic>
      <p:pic>
        <p:nvPicPr>
          <p:cNvPr id="8" name="Image 5" descr="https://kimi-img.moonshot.cn/pub/slides/slides_tmpl/image/25-10-11-20:12:07-d3l4j5os8jdo4os5eka0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9590" y="5522595"/>
            <a:ext cx="997585" cy="631190"/>
          </a:xfrm>
          <a:prstGeom prst="rect">
            <a:avLst/>
          </a:prstGeom>
        </p:spPr>
      </p:pic>
      <p:sp>
        <p:nvSpPr>
          <p:cNvPr id="9" name="Text 1"/>
          <p:cNvSpPr/>
          <p:nvPr>
            <p:custDataLst>
              <p:tags r:id="rId10"/>
            </p:custDataLst>
          </p:nvPr>
        </p:nvSpPr>
        <p:spPr>
          <a:xfrm>
            <a:off x="1014730" y="2925763"/>
            <a:ext cx="490855" cy="4381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8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2"/>
          <p:cNvSpPr/>
          <p:nvPr>
            <p:custDataLst>
              <p:tags r:id="rId11"/>
            </p:custDataLst>
          </p:nvPr>
        </p:nvSpPr>
        <p:spPr>
          <a:xfrm>
            <a:off x="518160" y="1657350"/>
            <a:ext cx="1527175" cy="1237615"/>
          </a:xfrm>
          <a:prstGeom prst="rect">
            <a:avLst/>
          </a:prstGeom>
          <a:noFill/>
        </p:spPr>
        <p:txBody>
          <a:bodyPr wrap="square" lIns="91440" tIns="45720" rIns="91440" bIns="45720" rtlCol="0" anchor="ctr"/>
          <a:lstStyle/>
          <a:p>
            <a:pPr algn="ctr">
              <a:lnSpc>
                <a:spcPct val="160000"/>
              </a:lnSpc>
            </a:pPr>
            <a:r>
              <a:rPr lang="en-US" sz="1800" b="1" dirty="0">
                <a:solidFill>
                  <a:srgbClr val="3D59C2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宣讲期</a:t>
            </a:r>
            <a:endParaRPr lang="en-US" sz="1800" b="1" dirty="0">
              <a:solidFill>
                <a:srgbClr val="3D59C2"/>
              </a:solidFill>
              <a:latin typeface="MiSans" panose="00000500000000000000" pitchFamily="34" charset="-122"/>
              <a:ea typeface="MiSans" panose="00000500000000000000" pitchFamily="34" charset="-122"/>
              <a:cs typeface="MiSans" panose="00000500000000000000" pitchFamily="34" charset="-120"/>
            </a:endParaRPr>
          </a:p>
          <a:p>
            <a:pPr algn="ctr">
              <a:lnSpc>
                <a:spcPct val="160000"/>
              </a:lnSpc>
            </a:pPr>
            <a:r>
              <a:rPr lang="en-US" sz="1200" b="1" dirty="0">
                <a:solidFill>
                  <a:srgbClr val="3D59C2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（</a:t>
            </a:r>
            <a:r>
              <a:rPr lang="en-US" altLang="zh-CN" sz="1200" b="1" dirty="0">
                <a:solidFill>
                  <a:srgbClr val="3D59C2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4</a:t>
            </a:r>
            <a:r>
              <a:rPr lang="zh-CN" altLang="en-US" sz="1200" b="1" dirty="0">
                <a:solidFill>
                  <a:srgbClr val="3D59C2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月</a:t>
            </a:r>
            <a:r>
              <a:rPr lang="en-US" altLang="zh-CN" sz="1200" b="1" dirty="0">
                <a:solidFill>
                  <a:srgbClr val="3D59C2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1</a:t>
            </a:r>
            <a:r>
              <a:rPr lang="zh-CN" altLang="en-US" sz="1200" b="1" dirty="0">
                <a:solidFill>
                  <a:srgbClr val="3D59C2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日</a:t>
            </a:r>
            <a:r>
              <a:rPr lang="en-US" altLang="zh-CN" sz="1200" b="1" dirty="0">
                <a:solidFill>
                  <a:srgbClr val="3D59C2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-4</a:t>
            </a:r>
            <a:r>
              <a:rPr lang="zh-CN" altLang="en-US" sz="1200" b="1" dirty="0">
                <a:solidFill>
                  <a:srgbClr val="3D59C2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月</a:t>
            </a:r>
            <a:r>
              <a:rPr lang="en-US" altLang="zh-CN" sz="1200" b="1" dirty="0">
                <a:solidFill>
                  <a:srgbClr val="3D59C2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10</a:t>
            </a:r>
            <a:r>
              <a:rPr lang="zh-CN" altLang="en-US" sz="1200" b="1" dirty="0">
                <a:solidFill>
                  <a:srgbClr val="3D59C2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日</a:t>
            </a:r>
            <a:r>
              <a:rPr lang="en-US" sz="1200" b="1" dirty="0">
                <a:solidFill>
                  <a:srgbClr val="3D59C2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）</a:t>
            </a:r>
            <a:endParaRPr lang="en-US" sz="1200" dirty="0"/>
          </a:p>
        </p:txBody>
      </p:sp>
      <p:sp>
        <p:nvSpPr>
          <p:cNvPr id="11" name="Text 3"/>
          <p:cNvSpPr/>
          <p:nvPr>
            <p:custDataLst>
              <p:tags r:id="rId12"/>
            </p:custDataLst>
          </p:nvPr>
        </p:nvSpPr>
        <p:spPr>
          <a:xfrm>
            <a:off x="1878330" y="1892935"/>
            <a:ext cx="2025650" cy="214249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pPr algn="just">
              <a:lnSpc>
                <a:spcPct val="160000"/>
              </a:lnSpc>
            </a:pPr>
            <a:r>
              <a:rPr lang="en-US" sz="1400" dirty="0">
                <a:solidFill>
                  <a:srgbClr val="00000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完成目标高校方案宣讲，进行活动物料筹备，确保师生充分了解大赛规则与创作要求。</a:t>
            </a:r>
            <a:endParaRPr lang="en-US" sz="1600" dirty="0"/>
          </a:p>
        </p:txBody>
      </p:sp>
      <p:sp>
        <p:nvSpPr>
          <p:cNvPr id="12" name="Text 4"/>
          <p:cNvSpPr/>
          <p:nvPr>
            <p:custDataLst>
              <p:tags r:id="rId13"/>
            </p:custDataLst>
          </p:nvPr>
        </p:nvSpPr>
        <p:spPr>
          <a:xfrm>
            <a:off x="5008880" y="2916238"/>
            <a:ext cx="490855" cy="4381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8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5"/>
          <p:cNvSpPr/>
          <p:nvPr>
            <p:custDataLst>
              <p:tags r:id="rId14"/>
            </p:custDataLst>
          </p:nvPr>
        </p:nvSpPr>
        <p:spPr>
          <a:xfrm>
            <a:off x="4280535" y="1550035"/>
            <a:ext cx="1871345" cy="1383665"/>
          </a:xfrm>
          <a:prstGeom prst="rect">
            <a:avLst/>
          </a:prstGeom>
          <a:noFill/>
        </p:spPr>
        <p:txBody>
          <a:bodyPr wrap="square" lIns="91440" tIns="45720" rIns="91440" bIns="45720" rtlCol="0" anchor="ctr"/>
          <a:lstStyle/>
          <a:p>
            <a:pPr algn="ctr">
              <a:lnSpc>
                <a:spcPct val="160000"/>
              </a:lnSpc>
            </a:pPr>
            <a:r>
              <a:rPr lang="en-US" sz="1800" b="1" dirty="0">
                <a:solidFill>
                  <a:srgbClr val="3D59C2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创作与预热期</a:t>
            </a:r>
            <a:endParaRPr lang="en-US" sz="1800" b="1" dirty="0">
              <a:solidFill>
                <a:srgbClr val="3D59C2"/>
              </a:solidFill>
              <a:latin typeface="MiSans" panose="00000500000000000000" pitchFamily="34" charset="-122"/>
              <a:ea typeface="MiSans" panose="00000500000000000000" pitchFamily="34" charset="-122"/>
              <a:cs typeface="MiSans" panose="00000500000000000000" pitchFamily="34" charset="-120"/>
            </a:endParaRPr>
          </a:p>
          <a:p>
            <a:pPr algn="ctr">
              <a:lnSpc>
                <a:spcPct val="160000"/>
              </a:lnSpc>
            </a:pPr>
            <a:r>
              <a:rPr lang="en-US" sz="1200" b="1" dirty="0">
                <a:solidFill>
                  <a:srgbClr val="3D59C2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（4月10日-5月1日）</a:t>
            </a:r>
            <a:endParaRPr lang="en-US" sz="1200" dirty="0"/>
          </a:p>
        </p:txBody>
      </p:sp>
      <p:sp>
        <p:nvSpPr>
          <p:cNvPr id="14" name="Text 6"/>
          <p:cNvSpPr/>
          <p:nvPr>
            <p:custDataLst>
              <p:tags r:id="rId15"/>
            </p:custDataLst>
          </p:nvPr>
        </p:nvSpPr>
        <p:spPr>
          <a:xfrm>
            <a:off x="5944235" y="1872615"/>
            <a:ext cx="1981200" cy="241935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pPr algn="just">
              <a:lnSpc>
                <a:spcPct val="160000"/>
              </a:lnSpc>
            </a:pPr>
            <a:r>
              <a:rPr lang="en-US" altLang="zh-CN" sz="1400" dirty="0">
                <a:solidFill>
                  <a:srgbClr val="FF000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4</a:t>
            </a:r>
            <a:r>
              <a:rPr lang="zh-CN" altLang="en-US" sz="1400" dirty="0">
                <a:solidFill>
                  <a:srgbClr val="FF000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月</a:t>
            </a:r>
            <a:r>
              <a:rPr lang="en-US" altLang="zh-CN" sz="1400" dirty="0">
                <a:solidFill>
                  <a:srgbClr val="FF000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10</a:t>
            </a:r>
            <a:r>
              <a:rPr lang="zh-CN" altLang="en-US" sz="1400" dirty="0">
                <a:solidFill>
                  <a:srgbClr val="FF000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日</a:t>
            </a:r>
            <a:r>
              <a:rPr lang="en-US" altLang="zh-CN" sz="1400" dirty="0">
                <a:solidFill>
                  <a:srgbClr val="FF000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-4</a:t>
            </a:r>
            <a:r>
              <a:rPr lang="zh-CN" altLang="en-US" sz="1400" dirty="0">
                <a:solidFill>
                  <a:srgbClr val="FF000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月</a:t>
            </a:r>
            <a:r>
              <a:rPr lang="en-US" altLang="zh-CN" sz="1400" dirty="0">
                <a:solidFill>
                  <a:srgbClr val="FF000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25</a:t>
            </a:r>
            <a:r>
              <a:rPr lang="zh-CN" altLang="en-US" sz="1400" dirty="0">
                <a:solidFill>
                  <a:srgbClr val="FF000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日</a:t>
            </a:r>
            <a:r>
              <a:rPr lang="en-US" sz="1400" dirty="0">
                <a:solidFill>
                  <a:srgbClr val="00000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学生进行内容创作，企业预审；</a:t>
            </a:r>
            <a:endParaRPr lang="en-US" sz="1400" dirty="0">
              <a:solidFill>
                <a:srgbClr val="000000"/>
              </a:solidFill>
              <a:latin typeface="MiSans" panose="00000500000000000000" pitchFamily="34" charset="-122"/>
              <a:ea typeface="MiSans" panose="00000500000000000000" pitchFamily="34" charset="-122"/>
              <a:cs typeface="MiSans" panose="00000500000000000000" pitchFamily="34" charset="-120"/>
            </a:endParaRPr>
          </a:p>
          <a:p>
            <a:pPr algn="just">
              <a:lnSpc>
                <a:spcPct val="160000"/>
              </a:lnSpc>
            </a:pPr>
            <a:endParaRPr lang="en-US" sz="1600" dirty="0"/>
          </a:p>
        </p:txBody>
      </p:sp>
      <p:sp>
        <p:nvSpPr>
          <p:cNvPr id="15" name="Text 7"/>
          <p:cNvSpPr/>
          <p:nvPr>
            <p:custDataLst>
              <p:tags r:id="rId16"/>
            </p:custDataLst>
          </p:nvPr>
        </p:nvSpPr>
        <p:spPr>
          <a:xfrm>
            <a:off x="8804910" y="2925763"/>
            <a:ext cx="490855" cy="4381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8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03</a:t>
            </a:r>
            <a:endParaRPr lang="en-US" sz="1600" dirty="0"/>
          </a:p>
        </p:txBody>
      </p:sp>
      <p:sp>
        <p:nvSpPr>
          <p:cNvPr id="16" name="Text 8"/>
          <p:cNvSpPr/>
          <p:nvPr>
            <p:custDataLst>
              <p:tags r:id="rId17"/>
            </p:custDataLst>
          </p:nvPr>
        </p:nvSpPr>
        <p:spPr>
          <a:xfrm>
            <a:off x="8202295" y="1569085"/>
            <a:ext cx="1655445" cy="1383665"/>
          </a:xfrm>
          <a:prstGeom prst="rect">
            <a:avLst/>
          </a:prstGeom>
          <a:noFill/>
        </p:spPr>
        <p:txBody>
          <a:bodyPr wrap="square" lIns="91440" tIns="45720" rIns="91440" bIns="45720" rtlCol="0" anchor="ctr"/>
          <a:lstStyle/>
          <a:p>
            <a:pPr algn="ctr">
              <a:lnSpc>
                <a:spcPct val="160000"/>
              </a:lnSpc>
            </a:pPr>
            <a:r>
              <a:rPr lang="en-US" sz="1800" b="1" dirty="0">
                <a:solidFill>
                  <a:srgbClr val="3D59C2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爆发与复盘期</a:t>
            </a:r>
            <a:endParaRPr lang="en-US" sz="1800" b="1" dirty="0">
              <a:solidFill>
                <a:srgbClr val="3D59C2"/>
              </a:solidFill>
              <a:latin typeface="MiSans" panose="00000500000000000000" pitchFamily="34" charset="-122"/>
              <a:ea typeface="MiSans" panose="00000500000000000000" pitchFamily="34" charset="-122"/>
              <a:cs typeface="MiSans" panose="00000500000000000000" pitchFamily="34" charset="-120"/>
            </a:endParaRPr>
          </a:p>
          <a:p>
            <a:pPr algn="ctr">
              <a:lnSpc>
                <a:spcPct val="160000"/>
              </a:lnSpc>
            </a:pPr>
            <a:r>
              <a:rPr lang="en-US" sz="1200" b="1" dirty="0">
                <a:solidFill>
                  <a:srgbClr val="3D59C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（5月1日-8日）</a:t>
            </a:r>
            <a:endParaRPr lang="en-US"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 9"/>
          <p:cNvSpPr/>
          <p:nvPr>
            <p:custDataLst>
              <p:tags r:id="rId18"/>
            </p:custDataLst>
          </p:nvPr>
        </p:nvSpPr>
        <p:spPr>
          <a:xfrm>
            <a:off x="9759315" y="1883410"/>
            <a:ext cx="1976755" cy="240919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pPr algn="just">
              <a:lnSpc>
                <a:spcPct val="160000"/>
              </a:lnSpc>
            </a:pPr>
            <a:r>
              <a:rPr lang="en-US" sz="1400" dirty="0">
                <a:solidFill>
                  <a:srgbClr val="FF000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5月7</a:t>
            </a:r>
            <a:r>
              <a:rPr lang="zh-CN" altLang="en-US" sz="1400" dirty="0">
                <a:solidFill>
                  <a:srgbClr val="FF000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日</a:t>
            </a:r>
            <a:r>
              <a:rPr lang="en-US" sz="1400" dirty="0">
                <a:solidFill>
                  <a:srgbClr val="FF000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-5</a:t>
            </a:r>
            <a:r>
              <a:rPr lang="zh-CN" altLang="en-US" sz="1400" dirty="0">
                <a:solidFill>
                  <a:srgbClr val="FF000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月</a:t>
            </a:r>
            <a:r>
              <a:rPr lang="en-US" sz="1400" dirty="0">
                <a:solidFill>
                  <a:srgbClr val="FF000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29</a:t>
            </a:r>
            <a:r>
              <a:rPr lang="en-US" sz="1400" dirty="0">
                <a:solidFill>
                  <a:srgbClr val="FF000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日</a:t>
            </a:r>
            <a:r>
              <a:rPr lang="en-US" sz="1400" dirty="0">
                <a:solidFill>
                  <a:srgbClr val="00000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完成表彰评选与费用核销，总结活动成效。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93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9590" y="579993"/>
            <a:ext cx="6604635" cy="650875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MiSans" panose="00000500000000000000" pitchFamily="34" charset="-120"/>
              </a:rPr>
              <a:t>赛程规划：</a:t>
            </a:r>
            <a:r>
              <a:rPr lang="zh-CN" altLang="en-US" sz="28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MiSans" panose="00000500000000000000" pitchFamily="34" charset="-120"/>
              </a:rPr>
              <a:t>报名规则及注意</a:t>
            </a:r>
            <a:r>
              <a:rPr lang="zh-CN" altLang="en-US" sz="28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MiSans" panose="00000500000000000000" pitchFamily="34" charset="-120"/>
              </a:rPr>
              <a:t>事项</a:t>
            </a:r>
            <a:endParaRPr lang="zh-CN" altLang="en-US" sz="2800" b="1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MiSans" panose="00000500000000000000" pitchFamily="34" charset="-120"/>
            </a:endParaRPr>
          </a:p>
        </p:txBody>
      </p:sp>
      <p:pic>
        <p:nvPicPr>
          <p:cNvPr id="3" name="Image 0" descr="https://kimi-img.moonshot.cn/pub/slides/slides_tmpl/image/25-10-11-20:12:35-d3l4jcos8jdo4os5ekj0.jp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 l="49949" r="49949"/>
          <a:stretch>
            <a:fillRect/>
          </a:stretch>
        </p:blipFill>
        <p:spPr>
          <a:xfrm>
            <a:off x="4257040" y="2080895"/>
            <a:ext cx="18415" cy="3700145"/>
          </a:xfrm>
          <a:prstGeom prst="rect">
            <a:avLst/>
          </a:prstGeom>
        </p:spPr>
      </p:pic>
      <p:pic>
        <p:nvPicPr>
          <p:cNvPr id="4" name="Image 1" descr="https://kimi-img.moonshot.cn/pub/slides/slides_tmpl/image/25-10-11-20:12:35-d3l4jcos8jdo4os5ekj0.jpg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3"/>
          <a:srcRect l="49949" r="49949"/>
          <a:stretch>
            <a:fillRect/>
          </a:stretch>
        </p:blipFill>
        <p:spPr>
          <a:xfrm>
            <a:off x="8174355" y="2080895"/>
            <a:ext cx="18415" cy="3700145"/>
          </a:xfrm>
          <a:prstGeom prst="rect">
            <a:avLst/>
          </a:prstGeom>
        </p:spPr>
      </p:pic>
      <p:pic>
        <p:nvPicPr>
          <p:cNvPr id="8" name="Image 5" descr="https://kimi-img.moonshot.cn/pub/slides/slides_tmpl/image/25-10-11-20:12:07-d3l4j5os8jdo4os5eka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9590" y="5522595"/>
            <a:ext cx="997585" cy="631190"/>
          </a:xfrm>
          <a:prstGeom prst="rect">
            <a:avLst/>
          </a:prstGeom>
        </p:spPr>
      </p:pic>
      <p:sp>
        <p:nvSpPr>
          <p:cNvPr id="18" name="文本框 17"/>
          <p:cNvSpPr txBox="1"/>
          <p:nvPr/>
        </p:nvSpPr>
        <p:spPr>
          <a:xfrm>
            <a:off x="786130" y="1383665"/>
            <a:ext cx="10185400" cy="53543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Wingdings" panose="05000000000000000000" charset="0"/>
              <a:buChar char="l"/>
            </a:pPr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活动报名：以学院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寝室为单位进行报名，并自行选定好小组长，对接活动具体细节和获奖作品统计。《报名表》填写时间为</a:t>
            </a:r>
            <a:r>
              <a:rPr lang="en-US" altLang="zh-CN" b="1">
                <a:solidFill>
                  <a:schemeClr val="accent6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4</a:t>
            </a:r>
            <a:r>
              <a:rPr lang="zh-CN" altLang="en-US" b="1">
                <a:solidFill>
                  <a:schemeClr val="accent6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月</a:t>
            </a:r>
            <a:r>
              <a:rPr lang="en-US" altLang="zh-CN" b="1">
                <a:solidFill>
                  <a:schemeClr val="accent6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17</a:t>
            </a:r>
            <a:r>
              <a:rPr lang="zh-CN" altLang="en-US" b="1">
                <a:solidFill>
                  <a:schemeClr val="accent6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日晚</a:t>
            </a:r>
            <a:r>
              <a:rPr lang="en-US" altLang="zh-CN" b="1">
                <a:solidFill>
                  <a:schemeClr val="accent6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5</a:t>
            </a:r>
            <a:r>
              <a:rPr lang="zh-CN" altLang="en-US" b="1">
                <a:solidFill>
                  <a:schemeClr val="accent6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：</a:t>
            </a:r>
            <a:r>
              <a:rPr lang="en-US" altLang="zh-CN" b="1">
                <a:solidFill>
                  <a:schemeClr val="accent6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00</a:t>
            </a:r>
            <a:r>
              <a:rPr lang="zh-CN" altLang="en-US" b="1">
                <a:solidFill>
                  <a:schemeClr val="accent6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前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，延期提报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无效。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  <a:p>
            <a:pPr indent="0">
              <a:buFont typeface="Wingdings" panose="05000000000000000000" charset="0"/>
              <a:buNone/>
            </a:pPr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    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注意事项：以学校或学院为单位组件微信群，方便信息收集和汇总，邀请我司人员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进入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  <a:p>
            <a:pPr indent="0">
              <a:buFont typeface="Wingdings" panose="05000000000000000000" charset="0"/>
              <a:buNone/>
            </a:pPr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                    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校外人员参与也许自行组队（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≥8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人）后方可进行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报名。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  <a:p>
            <a:pPr marL="285750" indent="-285750">
              <a:buFont typeface="Wingdings" panose="05000000000000000000" charset="0"/>
              <a:buChar char="l"/>
            </a:pP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  <a:p>
            <a:pPr marL="285750" indent="-285750">
              <a:buFont typeface="Wingdings" panose="05000000000000000000" charset="0"/>
              <a:buChar char="l"/>
            </a:pPr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活动发布与截止时间：作品发布时间为</a:t>
            </a:r>
            <a:r>
              <a:rPr lang="en-US" altLang="zh-CN" b="1">
                <a:solidFill>
                  <a:schemeClr val="accent6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2026</a:t>
            </a:r>
            <a:r>
              <a:rPr lang="zh-CN" altLang="en-US" b="1">
                <a:solidFill>
                  <a:schemeClr val="accent6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年</a:t>
            </a:r>
            <a:r>
              <a:rPr lang="en-US" altLang="zh-CN" b="1">
                <a:solidFill>
                  <a:schemeClr val="accent6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4</a:t>
            </a:r>
            <a:r>
              <a:rPr lang="zh-CN" altLang="en-US" b="1">
                <a:solidFill>
                  <a:schemeClr val="accent6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月</a:t>
            </a:r>
            <a:r>
              <a:rPr lang="en-US" altLang="zh-CN" b="1">
                <a:solidFill>
                  <a:schemeClr val="accent6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23</a:t>
            </a:r>
            <a:r>
              <a:rPr lang="zh-CN" altLang="en-US" b="1">
                <a:solidFill>
                  <a:schemeClr val="accent6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日起至</a:t>
            </a:r>
            <a:r>
              <a:rPr lang="en-US" altLang="zh-CN" b="1">
                <a:solidFill>
                  <a:schemeClr val="accent6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2026</a:t>
            </a:r>
            <a:r>
              <a:rPr lang="zh-CN" altLang="en-US" b="1">
                <a:solidFill>
                  <a:schemeClr val="accent6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年</a:t>
            </a:r>
            <a:r>
              <a:rPr lang="en-US" altLang="zh-CN" b="1">
                <a:solidFill>
                  <a:schemeClr val="accent6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5</a:t>
            </a:r>
            <a:r>
              <a:rPr lang="zh-CN" altLang="en-US" b="1">
                <a:solidFill>
                  <a:schemeClr val="accent6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月</a:t>
            </a:r>
            <a:r>
              <a:rPr lang="en-US" altLang="zh-CN" b="1">
                <a:solidFill>
                  <a:schemeClr val="accent6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8</a:t>
            </a:r>
            <a:r>
              <a:rPr lang="zh-CN" altLang="en-US" b="1">
                <a:solidFill>
                  <a:schemeClr val="accent6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日</a:t>
            </a:r>
            <a:r>
              <a:rPr lang="en-US" altLang="zh-CN" b="1">
                <a:solidFill>
                  <a:schemeClr val="accent6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24</a:t>
            </a:r>
            <a:r>
              <a:rPr lang="zh-CN" altLang="en-US" b="1">
                <a:solidFill>
                  <a:schemeClr val="accent6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：</a:t>
            </a:r>
            <a:r>
              <a:rPr lang="en-US" altLang="zh-CN" b="1">
                <a:solidFill>
                  <a:schemeClr val="accent6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00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止，期间发布任何作品均视为活动内有效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作品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  <a:p>
            <a:pPr marL="285750" indent="-285750">
              <a:buFont typeface="Wingdings" panose="05000000000000000000" charset="0"/>
              <a:buChar char="l"/>
            </a:pP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  <a:p>
            <a:pPr marL="285750" indent="-285750">
              <a:buFont typeface="Wingdings" panose="05000000000000000000" charset="0"/>
              <a:buChar char="l"/>
            </a:pPr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发布内容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说明：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  <a:p>
            <a:pPr indent="0">
              <a:buFont typeface="Wingdings" panose="05000000000000000000" charset="0"/>
              <a:buNone/>
            </a:pPr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    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①每位学生可在</a:t>
            </a:r>
            <a:r>
              <a:rPr lang="zh-CN" altLang="en-US" b="1">
                <a:solidFill>
                  <a:schemeClr val="accent6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多平台发布多条短视频，</a:t>
            </a:r>
            <a:r>
              <a:rPr lang="en-US" altLang="zh-CN" b="1">
                <a:solidFill>
                  <a:schemeClr val="accent6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5</a:t>
            </a:r>
            <a:r>
              <a:rPr lang="zh-CN" altLang="en-US" b="1">
                <a:solidFill>
                  <a:schemeClr val="accent6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月</a:t>
            </a:r>
            <a:r>
              <a:rPr lang="en-US" altLang="zh-CN" b="1">
                <a:solidFill>
                  <a:schemeClr val="accent6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8</a:t>
            </a:r>
            <a:r>
              <a:rPr lang="zh-CN" altLang="en-US" b="1">
                <a:solidFill>
                  <a:schemeClr val="accent6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日回收作品时按有效达标视频数进行计算，同质化视频算为一条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。例：某同学同一视频内容，在抖音、快手、视频号上均发布，且均符合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“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优质视频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”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标准，则奖励原则视为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1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条。</a:t>
            </a:r>
            <a:r>
              <a:rPr lang="zh-CN" altLang="en-US" b="1">
                <a:solidFill>
                  <a:schemeClr val="accent6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若该同学发布三条不同内容短视频均达标，则按</a:t>
            </a:r>
            <a:r>
              <a:rPr lang="en-US" altLang="zh-CN" b="1">
                <a:solidFill>
                  <a:schemeClr val="accent6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3条奖励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  <a:p>
            <a:pPr indent="0">
              <a:buFont typeface="Wingdings" panose="05000000000000000000" charset="0"/>
              <a:buNone/>
            </a:pPr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    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②</a:t>
            </a:r>
            <a:r>
              <a:rPr lang="zh-CN" altLang="en-US" b="1">
                <a:solidFill>
                  <a:schemeClr val="accent6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同质化内容即为画面、内容雷同度达</a:t>
            </a:r>
            <a:r>
              <a:rPr lang="en-US" altLang="zh-CN" b="1">
                <a:solidFill>
                  <a:schemeClr val="accent6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80%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，参与活动者可相互举证。但不同人员内容借鉴，内容相似度不超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80%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可不视为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雷同。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  <a:p>
            <a:pPr indent="0">
              <a:buFont typeface="Wingdings" panose="05000000000000000000" charset="0"/>
              <a:buNone/>
            </a:pPr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    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③内容发布前，参赛人员需明确写清自己即将发布内容的个人平台号，后补录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不算。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  <a:p>
            <a:pPr indent="0">
              <a:buFont typeface="Wingdings" panose="05000000000000000000" charset="0"/>
              <a:buNone/>
            </a:pPr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    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④内容恶搞、不雅、低俗的视频尽管达到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“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优质视频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”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的评判标准，但与活动目的不符作品视为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无效。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  <a:p>
            <a:pPr indent="0">
              <a:buFont typeface="Wingdings" panose="05000000000000000000" charset="0"/>
              <a:buNone/>
            </a:pPr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   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⑤短视频时长需＞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60s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，小红书种草贴仅限在小红书平台发布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计算。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  <a:p>
            <a:pPr indent="0">
              <a:buFont typeface="Wingdings" panose="05000000000000000000" charset="0"/>
              <a:buNone/>
            </a:pPr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    </a:t>
            </a:r>
            <a:endParaRPr lang="en-US" altLang="zh-CN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93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2930" y="306705"/>
            <a:ext cx="11609070" cy="6236335"/>
          </a:xfrm>
          <a:prstGeom prst="rect">
            <a:avLst/>
          </a:prstGeom>
          <a:solidFill>
            <a:srgbClr val="FFFFFF">
              <a:alpha val="80000"/>
            </a:srgbClr>
          </a:solidFill>
        </p:spPr>
      </p:sp>
      <p:pic>
        <p:nvPicPr>
          <p:cNvPr id="4" name="Image 0" descr="https://kimi-img.moonshot.cn/pub/slides/slides_tmpl/image/25-10-11-20:12:37-d3l4jd8s8jdo4os5ekl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670" y="1364615"/>
            <a:ext cx="10686415" cy="18415"/>
          </a:xfrm>
          <a:prstGeom prst="rect">
            <a:avLst/>
          </a:prstGeom>
        </p:spPr>
      </p:pic>
      <p:sp>
        <p:nvSpPr>
          <p:cNvPr id="13" name="Text 0"/>
          <p:cNvSpPr/>
          <p:nvPr/>
        </p:nvSpPr>
        <p:spPr>
          <a:xfrm>
            <a:off x="711200" y="556498"/>
            <a:ext cx="6604635" cy="650875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MiSans" panose="00000500000000000000" pitchFamily="34" charset="-120"/>
              </a:rPr>
              <a:t>赛程规划：</a:t>
            </a:r>
            <a:r>
              <a:rPr lang="zh-CN" altLang="en-US" sz="28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MiSans" panose="00000500000000000000" pitchFamily="34" charset="-120"/>
              </a:rPr>
              <a:t>优质作品标准及</a:t>
            </a:r>
            <a:r>
              <a:rPr lang="zh-CN" altLang="en-US" sz="28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MiSans" panose="00000500000000000000" pitchFamily="34" charset="-120"/>
              </a:rPr>
              <a:t>评奖</a:t>
            </a:r>
            <a:endParaRPr lang="zh-CN" altLang="en-US" sz="2800" b="1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MiSans" panose="00000500000000000000" pitchFamily="34" charset="-120"/>
            </a:endParaRPr>
          </a:p>
        </p:txBody>
      </p:sp>
      <p:pic>
        <p:nvPicPr>
          <p:cNvPr id="14" name="Image 4" descr="https://kimi-img.moonshot.cn/pub/slides/slides_tmpl/image/25-10-11-20:12:57-d3l4ji8s8jdo4os5ekq0.jpe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rcRect t="5474" b="5474"/>
          <a:stretch>
            <a:fillRect/>
          </a:stretch>
        </p:blipFill>
        <p:spPr>
          <a:xfrm>
            <a:off x="9065895" y="1757680"/>
            <a:ext cx="2277745" cy="1528445"/>
          </a:xfrm>
          <a:prstGeom prst="rect">
            <a:avLst/>
          </a:prstGeom>
        </p:spPr>
      </p:pic>
      <p:pic>
        <p:nvPicPr>
          <p:cNvPr id="15" name="Image 5" descr="https://kimi-img.moonshot.cn/pub/slides/slides_tmpl/image/25-10-11-20:12:42-d3l4jegs8jdo4os5ekn0.pn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3251200" y="4018915"/>
            <a:ext cx="76200" cy="2035175"/>
          </a:xfrm>
          <a:prstGeom prst="rect">
            <a:avLst/>
          </a:prstGeom>
        </p:spPr>
      </p:pic>
      <p:pic>
        <p:nvPicPr>
          <p:cNvPr id="17" name="Image 7" descr="https://kimi-img.moonshot.cn/pub/slides/slides_tmpl/image/25-10-11-20:12:42-d3l4jegs8jdo4os5ekn0.png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6"/>
          <a:stretch>
            <a:fillRect/>
          </a:stretch>
        </p:blipFill>
        <p:spPr>
          <a:xfrm flipH="1">
            <a:off x="8831580" y="4023995"/>
            <a:ext cx="76200" cy="1985645"/>
          </a:xfrm>
          <a:prstGeom prst="rect">
            <a:avLst/>
          </a:prstGeom>
        </p:spPr>
      </p:pic>
      <p:sp>
        <p:nvSpPr>
          <p:cNvPr id="18" name="Text 1"/>
          <p:cNvSpPr/>
          <p:nvPr>
            <p:custDataLst>
              <p:tags r:id="rId8"/>
            </p:custDataLst>
          </p:nvPr>
        </p:nvSpPr>
        <p:spPr>
          <a:xfrm>
            <a:off x="586105" y="3428226"/>
            <a:ext cx="2634615" cy="450850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3D59C2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优质短视频标准</a:t>
            </a:r>
            <a:endParaRPr lang="en-US" sz="1600" dirty="0"/>
          </a:p>
        </p:txBody>
      </p:sp>
      <p:sp>
        <p:nvSpPr>
          <p:cNvPr id="19" name="Text 2"/>
          <p:cNvSpPr/>
          <p:nvPr>
            <p:custDataLst>
              <p:tags r:id="rId9"/>
            </p:custDataLst>
          </p:nvPr>
        </p:nvSpPr>
        <p:spPr>
          <a:xfrm>
            <a:off x="672465" y="4018915"/>
            <a:ext cx="2462530" cy="164084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40000"/>
              </a:lnSpc>
            </a:pPr>
            <a:r>
              <a:rPr lang="en-US" sz="1400" dirty="0">
                <a:solidFill>
                  <a:srgbClr val="00000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阅读量</a:t>
            </a:r>
            <a:r>
              <a:rPr lang="en-US" sz="1400" dirty="0">
                <a:solidFill>
                  <a:srgbClr val="FF000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＞4万</a:t>
            </a:r>
            <a:r>
              <a:rPr lang="en-US" sz="1400" dirty="0">
                <a:solidFill>
                  <a:srgbClr val="00000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、点赞</a:t>
            </a:r>
            <a:r>
              <a:rPr lang="en-US" sz="1400" dirty="0">
                <a:solidFill>
                  <a:srgbClr val="FF000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＞2000</a:t>
            </a:r>
            <a:r>
              <a:rPr lang="en-US" sz="1400" dirty="0">
                <a:solidFill>
                  <a:srgbClr val="00000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、转发+评论</a:t>
            </a:r>
            <a:r>
              <a:rPr lang="en-US" sz="1400" dirty="0">
                <a:solidFill>
                  <a:srgbClr val="FF000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＞1000</a:t>
            </a:r>
            <a:r>
              <a:rPr lang="en-US" sz="1400" dirty="0">
                <a:solidFill>
                  <a:srgbClr val="00000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，奖励现金200元+2瓶500ml龙虎+100元</a:t>
            </a:r>
            <a:r>
              <a:rPr lang="zh-CN" altLang="en-US" sz="1400" dirty="0">
                <a:solidFill>
                  <a:srgbClr val="00000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现金</a:t>
            </a:r>
            <a:r>
              <a:rPr lang="en-US" sz="1400" dirty="0">
                <a:solidFill>
                  <a:srgbClr val="00000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投流</a:t>
            </a:r>
            <a:r>
              <a:rPr lang="zh-CN" altLang="en-US" sz="1400" dirty="0">
                <a:solidFill>
                  <a:srgbClr val="00000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赞助费</a:t>
            </a:r>
            <a:r>
              <a:rPr lang="en-US" sz="1400" dirty="0">
                <a:solidFill>
                  <a:srgbClr val="00000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。</a:t>
            </a:r>
            <a:endParaRPr lang="en-US" sz="1400" dirty="0">
              <a:solidFill>
                <a:srgbClr val="000000"/>
              </a:solidFill>
              <a:latin typeface="MiSans" panose="00000500000000000000" pitchFamily="34" charset="-122"/>
              <a:ea typeface="MiSans" panose="00000500000000000000" pitchFamily="34" charset="-122"/>
              <a:cs typeface="MiSans" panose="00000500000000000000" pitchFamily="34" charset="-120"/>
            </a:endParaRPr>
          </a:p>
          <a:p>
            <a:pPr algn="just">
              <a:lnSpc>
                <a:spcPct val="140000"/>
              </a:lnSpc>
            </a:pPr>
            <a:r>
              <a:rPr lang="zh-CN" altLang="en-US" sz="1600" b="1" dirty="0">
                <a:solidFill>
                  <a:schemeClr val="accent6">
                    <a:lumMod val="75000"/>
                  </a:schemeClr>
                </a:solidFill>
              </a:rPr>
              <a:t>以后台录小视频为准</a:t>
            </a:r>
            <a:endParaRPr lang="zh-CN" altLang="en-US" sz="16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20" name="Text 3"/>
          <p:cNvSpPr/>
          <p:nvPr>
            <p:custDataLst>
              <p:tags r:id="rId10"/>
            </p:custDataLst>
          </p:nvPr>
        </p:nvSpPr>
        <p:spPr>
          <a:xfrm>
            <a:off x="3331210" y="3426956"/>
            <a:ext cx="2634615" cy="450850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1800" b="1" dirty="0">
                <a:solidFill>
                  <a:srgbClr val="3D59C2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小红书</a:t>
            </a:r>
            <a:r>
              <a:rPr lang="en-US" sz="1800" b="1" dirty="0">
                <a:solidFill>
                  <a:srgbClr val="3D59C2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优质种草帖标准</a:t>
            </a:r>
            <a:endParaRPr lang="en-US" sz="1600" dirty="0"/>
          </a:p>
        </p:txBody>
      </p:sp>
      <p:sp>
        <p:nvSpPr>
          <p:cNvPr id="21" name="Text 4"/>
          <p:cNvSpPr/>
          <p:nvPr>
            <p:custDataLst>
              <p:tags r:id="rId11"/>
            </p:custDataLst>
          </p:nvPr>
        </p:nvSpPr>
        <p:spPr>
          <a:xfrm>
            <a:off x="3503295" y="4018915"/>
            <a:ext cx="2433320" cy="164084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40000"/>
              </a:lnSpc>
            </a:pPr>
            <a:r>
              <a:rPr lang="en-US" sz="1400" dirty="0">
                <a:solidFill>
                  <a:srgbClr val="00000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阅读量</a:t>
            </a:r>
            <a:r>
              <a:rPr lang="en-US" sz="1400" dirty="0">
                <a:solidFill>
                  <a:srgbClr val="FF000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＞6万</a:t>
            </a:r>
            <a:r>
              <a:rPr lang="en-US" sz="1400" dirty="0">
                <a:solidFill>
                  <a:srgbClr val="00000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、点赞</a:t>
            </a:r>
            <a:r>
              <a:rPr lang="en-US" sz="1400" dirty="0">
                <a:solidFill>
                  <a:srgbClr val="FF000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＞1000</a:t>
            </a:r>
            <a:r>
              <a:rPr lang="en-US" sz="1400" dirty="0">
                <a:solidFill>
                  <a:srgbClr val="00000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、收藏</a:t>
            </a:r>
            <a:r>
              <a:rPr lang="en-US" sz="1400" dirty="0">
                <a:solidFill>
                  <a:srgbClr val="FF000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＞1000</a:t>
            </a:r>
            <a:r>
              <a:rPr lang="en-US" sz="1400" dirty="0">
                <a:solidFill>
                  <a:srgbClr val="00000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，奖励现金200元+2瓶500ml龙虎+100元</a:t>
            </a:r>
            <a:r>
              <a:rPr lang="zh-CN" altLang="en-US" sz="1400" dirty="0">
                <a:solidFill>
                  <a:srgbClr val="00000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  <a:sym typeface="+mn-ea"/>
              </a:rPr>
              <a:t>现金</a:t>
            </a:r>
            <a:r>
              <a:rPr lang="en-US" sz="1400" dirty="0">
                <a:solidFill>
                  <a:srgbClr val="00000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  <a:sym typeface="+mn-ea"/>
              </a:rPr>
              <a:t>投流</a:t>
            </a:r>
            <a:r>
              <a:rPr lang="zh-CN" altLang="en-US" sz="1400" dirty="0">
                <a:solidFill>
                  <a:srgbClr val="00000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  <a:sym typeface="+mn-ea"/>
              </a:rPr>
              <a:t>赞助费。</a:t>
            </a:r>
            <a:endParaRPr lang="zh-CN" altLang="en-US" sz="1400" dirty="0">
              <a:solidFill>
                <a:srgbClr val="000000"/>
              </a:solidFill>
              <a:latin typeface="MiSans" panose="00000500000000000000" pitchFamily="34" charset="-122"/>
              <a:ea typeface="MiSans" panose="00000500000000000000" pitchFamily="34" charset="-122"/>
              <a:cs typeface="MiSans" panose="00000500000000000000" pitchFamily="34" charset="-120"/>
              <a:sym typeface="+mn-ea"/>
            </a:endParaRPr>
          </a:p>
          <a:p>
            <a:pPr algn="just">
              <a:lnSpc>
                <a:spcPct val="140000"/>
              </a:lnSpc>
            </a:pPr>
            <a:r>
              <a:rPr lang="zh-CN" altLang="en-US" sz="1600" b="1" dirty="0">
                <a:solidFill>
                  <a:schemeClr val="accent6">
                    <a:lumMod val="75000"/>
                  </a:schemeClr>
                </a:solidFill>
                <a:sym typeface="+mn-ea"/>
              </a:rPr>
              <a:t>以后台录小视频为准</a:t>
            </a:r>
            <a:endParaRPr lang="en-US" sz="1600" dirty="0"/>
          </a:p>
        </p:txBody>
      </p:sp>
      <p:sp>
        <p:nvSpPr>
          <p:cNvPr id="22" name="Text 5"/>
          <p:cNvSpPr/>
          <p:nvPr>
            <p:custDataLst>
              <p:tags r:id="rId12"/>
            </p:custDataLst>
          </p:nvPr>
        </p:nvSpPr>
        <p:spPr>
          <a:xfrm>
            <a:off x="6076315" y="3427095"/>
            <a:ext cx="2634615" cy="448032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3D59C2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校级爆款奖励</a:t>
            </a:r>
            <a:endParaRPr lang="en-US" sz="1600" dirty="0"/>
          </a:p>
        </p:txBody>
      </p:sp>
      <p:sp>
        <p:nvSpPr>
          <p:cNvPr id="23" name="Text 6"/>
          <p:cNvSpPr/>
          <p:nvPr>
            <p:custDataLst>
              <p:tags r:id="rId13"/>
            </p:custDataLst>
          </p:nvPr>
        </p:nvSpPr>
        <p:spPr>
          <a:xfrm>
            <a:off x="6259195" y="4023995"/>
            <a:ext cx="2404745" cy="129667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40000"/>
              </a:lnSpc>
            </a:pPr>
            <a:r>
              <a:rPr lang="en-US" sz="1400" dirty="0">
                <a:solidFill>
                  <a:srgbClr val="00000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按学校</a:t>
            </a:r>
            <a:r>
              <a:rPr lang="zh-CN" altLang="en-US" sz="1400" dirty="0">
                <a:solidFill>
                  <a:srgbClr val="00000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级进行</a:t>
            </a:r>
            <a:r>
              <a:rPr lang="en-US" sz="1400" dirty="0">
                <a:solidFill>
                  <a:srgbClr val="00000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评选</a:t>
            </a:r>
            <a:r>
              <a:rPr lang="zh-CN" altLang="en-US" sz="1400" dirty="0">
                <a:solidFill>
                  <a:srgbClr val="00000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，</a:t>
            </a:r>
            <a:r>
              <a:rPr lang="en-US" sz="1400" dirty="0">
                <a:solidFill>
                  <a:srgbClr val="00000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数据统计前五名，给予500元奖励+</a:t>
            </a:r>
            <a:r>
              <a:rPr lang="en-US" altLang="zh-CN" sz="1400" dirty="0">
                <a:solidFill>
                  <a:srgbClr val="00000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2</a:t>
            </a:r>
            <a:r>
              <a:rPr lang="zh-CN" altLang="en-US" sz="1400" dirty="0">
                <a:solidFill>
                  <a:srgbClr val="00000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瓶</a:t>
            </a:r>
            <a:r>
              <a:rPr lang="en-US" altLang="zh-CN" sz="1400" dirty="0">
                <a:solidFill>
                  <a:srgbClr val="00000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500ml</a:t>
            </a:r>
            <a:r>
              <a:rPr lang="zh-CN" altLang="en-US" sz="1400" dirty="0">
                <a:solidFill>
                  <a:srgbClr val="00000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龙虎</a:t>
            </a:r>
            <a:r>
              <a:rPr lang="en-US" sz="1400" dirty="0">
                <a:solidFill>
                  <a:srgbClr val="00000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，社会人士前五名同等奖励。</a:t>
            </a:r>
            <a:endParaRPr lang="en-US" sz="1600" dirty="0"/>
          </a:p>
        </p:txBody>
      </p:sp>
      <p:sp>
        <p:nvSpPr>
          <p:cNvPr id="24" name="Text 7"/>
          <p:cNvSpPr/>
          <p:nvPr>
            <p:custDataLst>
              <p:tags r:id="rId14"/>
            </p:custDataLst>
          </p:nvPr>
        </p:nvSpPr>
        <p:spPr>
          <a:xfrm>
            <a:off x="8926830" y="3430905"/>
            <a:ext cx="2634615" cy="448032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3D59C2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评选规则说明</a:t>
            </a:r>
            <a:endParaRPr lang="en-US" sz="1600" dirty="0"/>
          </a:p>
        </p:txBody>
      </p:sp>
      <p:sp>
        <p:nvSpPr>
          <p:cNvPr id="25" name="Text 8"/>
          <p:cNvSpPr/>
          <p:nvPr>
            <p:custDataLst>
              <p:tags r:id="rId15"/>
            </p:custDataLst>
          </p:nvPr>
        </p:nvSpPr>
        <p:spPr>
          <a:xfrm>
            <a:off x="9065895" y="4023995"/>
            <a:ext cx="2449830" cy="129667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40000"/>
              </a:lnSpc>
            </a:pPr>
            <a:r>
              <a:rPr lang="zh-CN" altLang="en-US" sz="1400" dirty="0">
                <a:solidFill>
                  <a:srgbClr val="FF000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三项</a:t>
            </a:r>
            <a:r>
              <a:rPr lang="en-US" sz="1400" dirty="0">
                <a:solidFill>
                  <a:srgbClr val="FF000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数据指标需完整达成，缺一不可；未按活动时间发布的作品视为违规，取消评优资格。</a:t>
            </a:r>
            <a:endParaRPr lang="en-US" sz="1400" dirty="0">
              <a:solidFill>
                <a:srgbClr val="FF0000"/>
              </a:solidFill>
              <a:latin typeface="MiSans" panose="00000500000000000000" pitchFamily="34" charset="-122"/>
              <a:ea typeface="MiSans" panose="00000500000000000000" pitchFamily="34" charset="-122"/>
              <a:cs typeface="MiSans" panose="00000500000000000000" pitchFamily="34" charset="-120"/>
            </a:endParaRPr>
          </a:p>
        </p:txBody>
      </p:sp>
      <p:pic>
        <p:nvPicPr>
          <p:cNvPr id="26" name="图片 25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/>
          <a:stretch>
            <a:fillRect/>
          </a:stretch>
        </p:blipFill>
        <p:spPr>
          <a:xfrm>
            <a:off x="1033145" y="1626235"/>
            <a:ext cx="1740535" cy="1662430"/>
          </a:xfrm>
          <a:prstGeom prst="rect">
            <a:avLst/>
          </a:prstGeom>
        </p:spPr>
      </p:pic>
      <p:pic>
        <p:nvPicPr>
          <p:cNvPr id="27" name="图片 26"/>
          <p:cNvPicPr>
            <a:picLocks noChangeAspect="1"/>
          </p:cNvPicPr>
          <p:nvPr>
            <p:custDataLst>
              <p:tags r:id="rId18"/>
            </p:custDataLst>
          </p:nvPr>
        </p:nvPicPr>
        <p:blipFill>
          <a:blip r:embed="rId19"/>
          <a:srcRect l="20337" t="14619" r="22103" b="13212"/>
          <a:stretch>
            <a:fillRect/>
          </a:stretch>
        </p:blipFill>
        <p:spPr>
          <a:xfrm>
            <a:off x="3683000" y="1626870"/>
            <a:ext cx="1931035" cy="1661795"/>
          </a:xfrm>
          <a:prstGeom prst="rect">
            <a:avLst/>
          </a:prstGeom>
        </p:spPr>
      </p:pic>
      <p:pic>
        <p:nvPicPr>
          <p:cNvPr id="28" name="图片 27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/>
          <a:srcRect t="16556" b="22815"/>
          <a:stretch>
            <a:fillRect/>
          </a:stretch>
        </p:blipFill>
        <p:spPr>
          <a:xfrm>
            <a:off x="6348095" y="1671320"/>
            <a:ext cx="2091055" cy="1690370"/>
          </a:xfrm>
          <a:prstGeom prst="rect">
            <a:avLst/>
          </a:prstGeom>
        </p:spPr>
      </p:pic>
      <p:pic>
        <p:nvPicPr>
          <p:cNvPr id="29" name="Image 5" descr="https://kimi-img.moonshot.cn/pub/slides/slides_tmpl/image/25-10-11-20:12:42-d3l4jegs8jdo4os5ekn0.png"/>
          <p:cNvPicPr>
            <a:picLocks noChangeAspect="1"/>
          </p:cNvPicPr>
          <p:nvPr>
            <p:custDataLst>
              <p:tags r:id="rId22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6003925" y="4018915"/>
            <a:ext cx="76200" cy="2035175"/>
          </a:xfrm>
          <a:prstGeom prst="rect">
            <a:avLst/>
          </a:prstGeom>
        </p:spPr>
      </p:pic>
      <p:sp>
        <p:nvSpPr>
          <p:cNvPr id="30" name="文本框 29"/>
          <p:cNvSpPr txBox="1"/>
          <p:nvPr/>
        </p:nvSpPr>
        <p:spPr>
          <a:xfrm>
            <a:off x="582930" y="6095365"/>
            <a:ext cx="1160780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>
              <a:buFont typeface="Wingdings" panose="05000000000000000000" charset="0"/>
              <a:buNone/>
            </a:pPr>
            <a:r>
              <a:rPr lang="zh-CN" altLang="en-US" b="1">
                <a:solidFill>
                  <a:schemeClr val="accent6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注意：</a:t>
            </a:r>
            <a:r>
              <a:rPr lang="en-US" altLang="zh-CN" b="1">
                <a:solidFill>
                  <a:schemeClr val="accent6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”</a:t>
            </a:r>
            <a:r>
              <a:rPr lang="zh-CN" altLang="en-US" b="1">
                <a:solidFill>
                  <a:schemeClr val="accent6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优质视频</a:t>
            </a:r>
            <a:r>
              <a:rPr lang="en-US" altLang="zh-CN" b="1">
                <a:solidFill>
                  <a:schemeClr val="accent6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”</a:t>
            </a:r>
            <a:r>
              <a:rPr lang="zh-CN" altLang="en-US" b="1">
                <a:solidFill>
                  <a:schemeClr val="accent6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在活动结束后由各小组长</a:t>
            </a:r>
            <a:r>
              <a:rPr lang="en-US" altLang="zh-CN" b="1">
                <a:solidFill>
                  <a:schemeClr val="accent6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/</a:t>
            </a:r>
            <a:r>
              <a:rPr lang="zh-CN" altLang="en-US" b="1">
                <a:solidFill>
                  <a:schemeClr val="accent6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学院</a:t>
            </a:r>
            <a:r>
              <a:rPr lang="en-US" altLang="zh-CN" b="1">
                <a:solidFill>
                  <a:schemeClr val="accent6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/</a:t>
            </a:r>
            <a:r>
              <a:rPr lang="zh-CN" altLang="en-US" b="1">
                <a:solidFill>
                  <a:schemeClr val="accent6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学校统一收集名单和举证小视频打包发至我司后进行核销。</a:t>
            </a:r>
            <a:endParaRPr lang="zh-CN" altLang="en-US" b="1">
              <a:solidFill>
                <a:schemeClr val="accent6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>
              <a:buFont typeface="Wingdings" panose="05000000000000000000" charset="0"/>
              <a:buNone/>
            </a:pPr>
            <a:r>
              <a:rPr lang="en-US" altLang="zh-CN" b="1">
                <a:solidFill>
                  <a:schemeClr val="accent6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         </a:t>
            </a:r>
            <a:r>
              <a:rPr lang="zh-CN" altLang="en-US" b="1">
                <a:solidFill>
                  <a:schemeClr val="accent6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校级爆款奖励可与优质短视频奖励同享，若未达到优质短视频标准也可参加校级爆款</a:t>
            </a:r>
            <a:r>
              <a:rPr lang="zh-CN" altLang="en-US" b="1">
                <a:solidFill>
                  <a:schemeClr val="accent6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奖励</a:t>
            </a:r>
            <a:endParaRPr lang="zh-CN" altLang="en-US" b="1">
              <a:solidFill>
                <a:schemeClr val="accent6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93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11-20:12:06-d3l4j5gs8jdo4os5ek80.jpg"/>
          <p:cNvPicPr>
            <a:picLocks noChangeAspect="1"/>
          </p:cNvPicPr>
          <p:nvPr/>
        </p:nvPicPr>
        <p:blipFill>
          <a:blip r:embed="rId1"/>
          <a:srcRect l="291" r="29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10-11-20:12:02-d3l4j4gs8jdo4os5ek5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5090" y="1907540"/>
            <a:ext cx="6954520" cy="3042920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10-11-20:12:01-d3l4j48s8jdo4os5ek3g.png"/>
          <p:cNvPicPr>
            <a:picLocks noChangeAspect="1"/>
          </p:cNvPicPr>
          <p:nvPr/>
        </p:nvPicPr>
        <p:blipFill>
          <a:blip r:embed="rId3"/>
          <a:srcRect l="11182" r="-7512"/>
          <a:stretch>
            <a:fillRect/>
          </a:stretch>
        </p:blipFill>
        <p:spPr>
          <a:xfrm flipH="1">
            <a:off x="8853170" y="0"/>
            <a:ext cx="3338830" cy="6857365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2456180" y="3725545"/>
            <a:ext cx="7279640" cy="68834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algn="ctr">
              <a:lnSpc>
                <a:spcPct val="110000"/>
              </a:lnSpc>
            </a:pPr>
            <a:r>
              <a:rPr lang="en-US" sz="3200" dirty="0">
                <a:solidFill>
                  <a:srgbClr val="00000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创作要求</a:t>
            </a:r>
            <a:endParaRPr lang="en-US" sz="1600" dirty="0"/>
          </a:p>
        </p:txBody>
      </p:sp>
      <p:sp>
        <p:nvSpPr>
          <p:cNvPr id="6" name="Text 1"/>
          <p:cNvSpPr/>
          <p:nvPr/>
        </p:nvSpPr>
        <p:spPr>
          <a:xfrm>
            <a:off x="4684395" y="2249805"/>
            <a:ext cx="2824480" cy="143383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algn="ctr">
              <a:lnSpc>
                <a:spcPct val="100000"/>
              </a:lnSpc>
            </a:pPr>
            <a:r>
              <a:rPr lang="en-US" sz="9600" dirty="0">
                <a:solidFill>
                  <a:srgbClr val="3D59C2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03</a:t>
            </a:r>
            <a:endParaRPr lang="en-US" sz="1600" dirty="0"/>
          </a:p>
        </p:txBody>
      </p:sp>
      <p:sp>
        <p:nvSpPr>
          <p:cNvPr id="7" name="Shape 2"/>
          <p:cNvSpPr/>
          <p:nvPr/>
        </p:nvSpPr>
        <p:spPr>
          <a:xfrm>
            <a:off x="3863975" y="2890520"/>
            <a:ext cx="1303655" cy="414655"/>
          </a:xfrm>
          <a:custGeom>
            <a:avLst/>
            <a:gdLst/>
            <a:ahLst/>
            <a:cxnLst/>
            <a:rect l="l" t="t" r="r" b="b"/>
            <a:pathLst>
              <a:path w="1303655" h="414655">
                <a:moveTo>
                  <a:pt x="286093" y="206786"/>
                </a:moveTo>
                <a:lnTo>
                  <a:pt x="80589" y="-150"/>
                </a:lnTo>
                <a:lnTo>
                  <a:pt x="-1448" y="82538"/>
                </a:lnTo>
                <a:lnTo>
                  <a:pt x="64310" y="148778"/>
                </a:lnTo>
                <a:lnTo>
                  <a:pt x="116498" y="207257"/>
                </a:lnTo>
                <a:lnTo>
                  <a:pt x="64310" y="265717"/>
                </a:lnTo>
                <a:lnTo>
                  <a:pt x="-1448" y="331958"/>
                </a:lnTo>
                <a:lnTo>
                  <a:pt x="80589" y="414655"/>
                </a:lnTo>
                <a:lnTo>
                  <a:pt x="286093" y="207719"/>
                </a:lnTo>
                <a:lnTo>
                  <a:pt x="285640" y="207248"/>
                </a:lnTo>
                <a:close/>
                <a:moveTo>
                  <a:pt x="625280" y="206786"/>
                </a:moveTo>
                <a:lnTo>
                  <a:pt x="419777" y="-150"/>
                </a:lnTo>
                <a:lnTo>
                  <a:pt x="337739" y="82538"/>
                </a:lnTo>
                <a:lnTo>
                  <a:pt x="403497" y="148778"/>
                </a:lnTo>
                <a:lnTo>
                  <a:pt x="455597" y="207257"/>
                </a:lnTo>
                <a:lnTo>
                  <a:pt x="403497" y="265717"/>
                </a:lnTo>
                <a:lnTo>
                  <a:pt x="337739" y="331958"/>
                </a:lnTo>
                <a:lnTo>
                  <a:pt x="419777" y="414655"/>
                </a:lnTo>
                <a:lnTo>
                  <a:pt x="625280" y="207719"/>
                </a:lnTo>
                <a:lnTo>
                  <a:pt x="624827" y="207248"/>
                </a:lnTo>
                <a:close/>
                <a:moveTo>
                  <a:pt x="964468" y="206786"/>
                </a:moveTo>
                <a:lnTo>
                  <a:pt x="758964" y="-150"/>
                </a:lnTo>
                <a:lnTo>
                  <a:pt x="676836" y="82538"/>
                </a:lnTo>
                <a:lnTo>
                  <a:pt x="742685" y="148778"/>
                </a:lnTo>
                <a:lnTo>
                  <a:pt x="794784" y="207257"/>
                </a:lnTo>
                <a:lnTo>
                  <a:pt x="742685" y="265717"/>
                </a:lnTo>
                <a:lnTo>
                  <a:pt x="676836" y="331958"/>
                </a:lnTo>
                <a:lnTo>
                  <a:pt x="758964" y="414655"/>
                </a:lnTo>
                <a:lnTo>
                  <a:pt x="964468" y="207719"/>
                </a:lnTo>
                <a:lnTo>
                  <a:pt x="964015" y="207248"/>
                </a:lnTo>
                <a:close/>
                <a:moveTo>
                  <a:pt x="1303655" y="206786"/>
                </a:moveTo>
                <a:lnTo>
                  <a:pt x="1098151" y="-150"/>
                </a:lnTo>
                <a:lnTo>
                  <a:pt x="1016024" y="82538"/>
                </a:lnTo>
                <a:lnTo>
                  <a:pt x="1081781" y="148778"/>
                </a:lnTo>
                <a:lnTo>
                  <a:pt x="1133970" y="207257"/>
                </a:lnTo>
                <a:lnTo>
                  <a:pt x="1081781" y="265717"/>
                </a:lnTo>
                <a:lnTo>
                  <a:pt x="1016024" y="331958"/>
                </a:lnTo>
                <a:lnTo>
                  <a:pt x="1098151" y="414655"/>
                </a:lnTo>
                <a:lnTo>
                  <a:pt x="1303655" y="207719"/>
                </a:lnTo>
                <a:lnTo>
                  <a:pt x="1303111" y="207248"/>
                </a:lnTo>
                <a:close/>
              </a:path>
            </a:pathLst>
          </a:custGeom>
          <a:solidFill>
            <a:srgbClr val="3D59C2"/>
          </a:solidFill>
        </p:spPr>
      </p:sp>
      <p:sp>
        <p:nvSpPr>
          <p:cNvPr id="8" name="Shape 3"/>
          <p:cNvSpPr/>
          <p:nvPr/>
        </p:nvSpPr>
        <p:spPr>
          <a:xfrm flipH="1">
            <a:off x="6957060" y="2890520"/>
            <a:ext cx="1303655" cy="414655"/>
          </a:xfrm>
          <a:custGeom>
            <a:avLst/>
            <a:gdLst/>
            <a:ahLst/>
            <a:cxnLst/>
            <a:rect l="l" t="t" r="r" b="b"/>
            <a:pathLst>
              <a:path w="1303655" h="414655">
                <a:moveTo>
                  <a:pt x="286093" y="206786"/>
                </a:moveTo>
                <a:lnTo>
                  <a:pt x="80589" y="-150"/>
                </a:lnTo>
                <a:lnTo>
                  <a:pt x="-1448" y="82538"/>
                </a:lnTo>
                <a:lnTo>
                  <a:pt x="64310" y="148778"/>
                </a:lnTo>
                <a:lnTo>
                  <a:pt x="116498" y="207257"/>
                </a:lnTo>
                <a:lnTo>
                  <a:pt x="64310" y="265717"/>
                </a:lnTo>
                <a:lnTo>
                  <a:pt x="-1448" y="331958"/>
                </a:lnTo>
                <a:lnTo>
                  <a:pt x="80589" y="414655"/>
                </a:lnTo>
                <a:lnTo>
                  <a:pt x="286093" y="207719"/>
                </a:lnTo>
                <a:lnTo>
                  <a:pt x="285640" y="207248"/>
                </a:lnTo>
                <a:close/>
                <a:moveTo>
                  <a:pt x="625280" y="206786"/>
                </a:moveTo>
                <a:lnTo>
                  <a:pt x="419777" y="-150"/>
                </a:lnTo>
                <a:lnTo>
                  <a:pt x="337739" y="82538"/>
                </a:lnTo>
                <a:lnTo>
                  <a:pt x="403497" y="148778"/>
                </a:lnTo>
                <a:lnTo>
                  <a:pt x="455597" y="207257"/>
                </a:lnTo>
                <a:lnTo>
                  <a:pt x="403497" y="265717"/>
                </a:lnTo>
                <a:lnTo>
                  <a:pt x="337739" y="331958"/>
                </a:lnTo>
                <a:lnTo>
                  <a:pt x="419777" y="414655"/>
                </a:lnTo>
                <a:lnTo>
                  <a:pt x="625280" y="207719"/>
                </a:lnTo>
                <a:lnTo>
                  <a:pt x="624827" y="207248"/>
                </a:lnTo>
                <a:close/>
                <a:moveTo>
                  <a:pt x="964468" y="206786"/>
                </a:moveTo>
                <a:lnTo>
                  <a:pt x="758964" y="-150"/>
                </a:lnTo>
                <a:lnTo>
                  <a:pt x="676836" y="82538"/>
                </a:lnTo>
                <a:lnTo>
                  <a:pt x="742685" y="148778"/>
                </a:lnTo>
                <a:lnTo>
                  <a:pt x="794784" y="207257"/>
                </a:lnTo>
                <a:lnTo>
                  <a:pt x="742685" y="265717"/>
                </a:lnTo>
                <a:lnTo>
                  <a:pt x="676836" y="331958"/>
                </a:lnTo>
                <a:lnTo>
                  <a:pt x="758964" y="414655"/>
                </a:lnTo>
                <a:lnTo>
                  <a:pt x="964468" y="207719"/>
                </a:lnTo>
                <a:lnTo>
                  <a:pt x="964015" y="207248"/>
                </a:lnTo>
                <a:close/>
                <a:moveTo>
                  <a:pt x="1303655" y="206786"/>
                </a:moveTo>
                <a:lnTo>
                  <a:pt x="1098151" y="-150"/>
                </a:lnTo>
                <a:lnTo>
                  <a:pt x="1016024" y="82538"/>
                </a:lnTo>
                <a:lnTo>
                  <a:pt x="1081781" y="148778"/>
                </a:lnTo>
                <a:lnTo>
                  <a:pt x="1133970" y="207257"/>
                </a:lnTo>
                <a:lnTo>
                  <a:pt x="1081781" y="265717"/>
                </a:lnTo>
                <a:lnTo>
                  <a:pt x="1016024" y="331958"/>
                </a:lnTo>
                <a:lnTo>
                  <a:pt x="1098151" y="414655"/>
                </a:lnTo>
                <a:lnTo>
                  <a:pt x="1303655" y="207719"/>
                </a:lnTo>
                <a:lnTo>
                  <a:pt x="1303111" y="207248"/>
                </a:lnTo>
                <a:close/>
              </a:path>
            </a:pathLst>
          </a:custGeom>
          <a:solidFill>
            <a:srgbClr val="3D59C2"/>
          </a:solidFill>
        </p:spPr>
      </p:sp>
      <p:pic>
        <p:nvPicPr>
          <p:cNvPr id="9" name="Image 3" descr="https://kimi-img.moonshot.cn/pub/slides/slides_tmpl/image/25-10-11-20:12:01-d3l4j48s8jdo4os5ek3g.png"/>
          <p:cNvPicPr>
            <a:picLocks noChangeAspect="1"/>
          </p:cNvPicPr>
          <p:nvPr/>
        </p:nvPicPr>
        <p:blipFill>
          <a:blip r:embed="rId3"/>
          <a:srcRect l="11182" r="-7512"/>
          <a:stretch>
            <a:fillRect/>
          </a:stretch>
        </p:blipFill>
        <p:spPr>
          <a:xfrm>
            <a:off x="0" y="0"/>
            <a:ext cx="3338830" cy="6857365"/>
          </a:xfrm>
          <a:prstGeom prst="rect">
            <a:avLst/>
          </a:prstGeom>
        </p:spPr>
      </p:pic>
      <p:pic>
        <p:nvPicPr>
          <p:cNvPr id="10" name="Image 4" descr="https://kimi-img.moonshot.cn/pub/slides/slides_tmpl/image/25-10-11-20:12:02-d3l4j4gs8jdo4os5ek5g.png"/>
          <p:cNvPicPr>
            <a:picLocks noChangeAspect="1"/>
          </p:cNvPicPr>
          <p:nvPr/>
        </p:nvPicPr>
        <p:blipFill>
          <a:blip r:embed="rId4">
            <a:alphaModFix amt="38000"/>
          </a:blip>
          <a:stretch>
            <a:fillRect/>
          </a:stretch>
        </p:blipFill>
        <p:spPr>
          <a:xfrm rot="16200000">
            <a:off x="-1539875" y="2364740"/>
            <a:ext cx="5589905" cy="2401570"/>
          </a:xfrm>
          <a:prstGeom prst="rect">
            <a:avLst/>
          </a:prstGeom>
        </p:spPr>
      </p:pic>
      <p:pic>
        <p:nvPicPr>
          <p:cNvPr id="11" name="Image 5" descr="https://kimi-img.moonshot.cn/pub/slides/slides_tmpl/image/25-10-11-20:12:02-d3l4j4gs8jdo4os5ek5g.png"/>
          <p:cNvPicPr>
            <a:picLocks noChangeAspect="1"/>
          </p:cNvPicPr>
          <p:nvPr/>
        </p:nvPicPr>
        <p:blipFill>
          <a:blip r:embed="rId4">
            <a:alphaModFix amt="23000"/>
          </a:blip>
          <a:stretch>
            <a:fillRect/>
          </a:stretch>
        </p:blipFill>
        <p:spPr>
          <a:xfrm rot="5400000" flipH="1">
            <a:off x="8154035" y="2364740"/>
            <a:ext cx="5589905" cy="2401570"/>
          </a:xfrm>
          <a:prstGeom prst="rect">
            <a:avLst/>
          </a:prstGeom>
        </p:spPr>
      </p:pic>
      <p:sp>
        <p:nvSpPr>
          <p:cNvPr id="12" name="Shape 4"/>
          <p:cNvSpPr/>
          <p:nvPr/>
        </p:nvSpPr>
        <p:spPr>
          <a:xfrm>
            <a:off x="8780445" y="770854"/>
            <a:ext cx="1141923" cy="723293"/>
          </a:xfrm>
          <a:custGeom>
            <a:avLst/>
            <a:gdLst/>
            <a:ahLst/>
            <a:cxnLst/>
            <a:rect l="l" t="t" r="r" b="b"/>
            <a:pathLst>
              <a:path w="1141923" h="723293">
                <a:moveTo>
                  <a:pt x="50838" y="25788"/>
                </a:moveTo>
                <a:cubicBezTo>
                  <a:pt x="50838" y="40086"/>
                  <a:pt x="39239" y="51676"/>
                  <a:pt x="24931" y="51676"/>
                </a:cubicBezTo>
                <a:cubicBezTo>
                  <a:pt x="10623" y="51676"/>
                  <a:pt x="-976" y="40086"/>
                  <a:pt x="-976" y="25788"/>
                </a:cubicBezTo>
                <a:cubicBezTo>
                  <a:pt x="-976" y="11490"/>
                  <a:pt x="10623" y="-101"/>
                  <a:pt x="24931" y="-101"/>
                </a:cubicBezTo>
                <a:cubicBezTo>
                  <a:pt x="39233" y="-108"/>
                  <a:pt x="50831" y="11473"/>
                  <a:pt x="50838" y="25763"/>
                </a:cubicBezTo>
                <a:cubicBezTo>
                  <a:pt x="50838" y="25772"/>
                  <a:pt x="50838" y="25780"/>
                  <a:pt x="50838" y="25788"/>
                </a:cubicBezTo>
                <a:close/>
                <a:moveTo>
                  <a:pt x="269068" y="25788"/>
                </a:moveTo>
                <a:cubicBezTo>
                  <a:pt x="269068" y="40086"/>
                  <a:pt x="257469" y="51676"/>
                  <a:pt x="243160" y="51676"/>
                </a:cubicBezTo>
                <a:cubicBezTo>
                  <a:pt x="228853" y="51676"/>
                  <a:pt x="217253" y="40086"/>
                  <a:pt x="217253" y="25788"/>
                </a:cubicBezTo>
                <a:cubicBezTo>
                  <a:pt x="217253" y="11490"/>
                  <a:pt x="228853" y="-101"/>
                  <a:pt x="243160" y="-101"/>
                </a:cubicBezTo>
                <a:cubicBezTo>
                  <a:pt x="257461" y="-84"/>
                  <a:pt x="269051" y="11497"/>
                  <a:pt x="269068" y="25788"/>
                </a:cubicBezTo>
                <a:close/>
                <a:moveTo>
                  <a:pt x="487237" y="25788"/>
                </a:moveTo>
                <a:cubicBezTo>
                  <a:pt x="487237" y="40086"/>
                  <a:pt x="475637" y="51676"/>
                  <a:pt x="461329" y="51676"/>
                </a:cubicBezTo>
                <a:cubicBezTo>
                  <a:pt x="447021" y="51676"/>
                  <a:pt x="435422" y="40086"/>
                  <a:pt x="435422" y="25788"/>
                </a:cubicBezTo>
                <a:cubicBezTo>
                  <a:pt x="435422" y="11490"/>
                  <a:pt x="447021" y="-101"/>
                  <a:pt x="461329" y="-101"/>
                </a:cubicBezTo>
                <a:cubicBezTo>
                  <a:pt x="475631" y="-108"/>
                  <a:pt x="487229" y="11473"/>
                  <a:pt x="487237" y="25763"/>
                </a:cubicBezTo>
                <a:cubicBezTo>
                  <a:pt x="487237" y="25772"/>
                  <a:pt x="487237" y="25780"/>
                  <a:pt x="487237" y="25788"/>
                </a:cubicBezTo>
                <a:close/>
                <a:moveTo>
                  <a:pt x="705466" y="25788"/>
                </a:moveTo>
                <a:cubicBezTo>
                  <a:pt x="705466" y="40086"/>
                  <a:pt x="693867" y="51676"/>
                  <a:pt x="679559" y="51676"/>
                </a:cubicBezTo>
                <a:cubicBezTo>
                  <a:pt x="665250" y="51676"/>
                  <a:pt x="653652" y="40086"/>
                  <a:pt x="653652" y="25788"/>
                </a:cubicBezTo>
                <a:cubicBezTo>
                  <a:pt x="653652" y="11490"/>
                  <a:pt x="665250" y="-101"/>
                  <a:pt x="679559" y="-101"/>
                </a:cubicBezTo>
                <a:cubicBezTo>
                  <a:pt x="693861" y="-108"/>
                  <a:pt x="705458" y="11473"/>
                  <a:pt x="705466" y="25763"/>
                </a:cubicBezTo>
                <a:cubicBezTo>
                  <a:pt x="705466" y="25772"/>
                  <a:pt x="705466" y="25780"/>
                  <a:pt x="705466" y="25788"/>
                </a:cubicBezTo>
                <a:close/>
                <a:moveTo>
                  <a:pt x="923695" y="25788"/>
                </a:moveTo>
                <a:cubicBezTo>
                  <a:pt x="923695" y="40086"/>
                  <a:pt x="912096" y="51676"/>
                  <a:pt x="897788" y="51676"/>
                </a:cubicBezTo>
                <a:cubicBezTo>
                  <a:pt x="883481" y="51676"/>
                  <a:pt x="871881" y="40086"/>
                  <a:pt x="871881" y="25788"/>
                </a:cubicBezTo>
                <a:cubicBezTo>
                  <a:pt x="871881" y="11490"/>
                  <a:pt x="883481" y="-101"/>
                  <a:pt x="897788" y="-101"/>
                </a:cubicBezTo>
                <a:cubicBezTo>
                  <a:pt x="912090" y="-108"/>
                  <a:pt x="923688" y="11473"/>
                  <a:pt x="923695" y="25763"/>
                </a:cubicBezTo>
                <a:cubicBezTo>
                  <a:pt x="923695" y="25772"/>
                  <a:pt x="923695" y="25780"/>
                  <a:pt x="923695" y="25788"/>
                </a:cubicBezTo>
                <a:close/>
                <a:moveTo>
                  <a:pt x="1141923" y="25788"/>
                </a:moveTo>
                <a:cubicBezTo>
                  <a:pt x="1141923" y="40086"/>
                  <a:pt x="1130324" y="51676"/>
                  <a:pt x="1116016" y="51676"/>
                </a:cubicBezTo>
                <a:cubicBezTo>
                  <a:pt x="1101708" y="51676"/>
                  <a:pt x="1090109" y="40086"/>
                  <a:pt x="1090109" y="25788"/>
                </a:cubicBezTo>
                <a:cubicBezTo>
                  <a:pt x="1090109" y="11490"/>
                  <a:pt x="1101708" y="-101"/>
                  <a:pt x="1116016" y="-101"/>
                </a:cubicBezTo>
                <a:cubicBezTo>
                  <a:pt x="1130316" y="-84"/>
                  <a:pt x="1141907" y="11497"/>
                  <a:pt x="1141923" y="25788"/>
                </a:cubicBezTo>
                <a:close/>
                <a:moveTo>
                  <a:pt x="50838" y="193692"/>
                </a:moveTo>
                <a:cubicBezTo>
                  <a:pt x="50838" y="207990"/>
                  <a:pt x="39239" y="219580"/>
                  <a:pt x="24931" y="219580"/>
                </a:cubicBezTo>
                <a:cubicBezTo>
                  <a:pt x="10623" y="219580"/>
                  <a:pt x="-976" y="207990"/>
                  <a:pt x="-976" y="193692"/>
                </a:cubicBezTo>
                <a:cubicBezTo>
                  <a:pt x="-976" y="179394"/>
                  <a:pt x="10623" y="167803"/>
                  <a:pt x="24931" y="167803"/>
                </a:cubicBezTo>
                <a:cubicBezTo>
                  <a:pt x="39233" y="167796"/>
                  <a:pt x="50831" y="179377"/>
                  <a:pt x="50838" y="193668"/>
                </a:cubicBezTo>
                <a:cubicBezTo>
                  <a:pt x="50838" y="193676"/>
                  <a:pt x="50838" y="193684"/>
                  <a:pt x="50838" y="193692"/>
                </a:cubicBezTo>
                <a:close/>
                <a:moveTo>
                  <a:pt x="269068" y="193692"/>
                </a:moveTo>
                <a:cubicBezTo>
                  <a:pt x="269068" y="207990"/>
                  <a:pt x="257469" y="219580"/>
                  <a:pt x="243160" y="219580"/>
                </a:cubicBezTo>
                <a:cubicBezTo>
                  <a:pt x="228853" y="219580"/>
                  <a:pt x="217253" y="207990"/>
                  <a:pt x="217253" y="193692"/>
                </a:cubicBezTo>
                <a:cubicBezTo>
                  <a:pt x="217253" y="179394"/>
                  <a:pt x="228853" y="167803"/>
                  <a:pt x="243160" y="167803"/>
                </a:cubicBezTo>
                <a:cubicBezTo>
                  <a:pt x="257461" y="167820"/>
                  <a:pt x="269051" y="179401"/>
                  <a:pt x="269068" y="193692"/>
                </a:cubicBezTo>
                <a:close/>
                <a:moveTo>
                  <a:pt x="487237" y="193692"/>
                </a:moveTo>
                <a:cubicBezTo>
                  <a:pt x="487237" y="207990"/>
                  <a:pt x="475637" y="219580"/>
                  <a:pt x="461329" y="219580"/>
                </a:cubicBezTo>
                <a:cubicBezTo>
                  <a:pt x="447021" y="219580"/>
                  <a:pt x="435422" y="207990"/>
                  <a:pt x="435422" y="193692"/>
                </a:cubicBezTo>
                <a:cubicBezTo>
                  <a:pt x="435422" y="179394"/>
                  <a:pt x="447021" y="167803"/>
                  <a:pt x="461329" y="167803"/>
                </a:cubicBezTo>
                <a:cubicBezTo>
                  <a:pt x="475631" y="167796"/>
                  <a:pt x="487229" y="179377"/>
                  <a:pt x="487237" y="193668"/>
                </a:cubicBezTo>
                <a:cubicBezTo>
                  <a:pt x="487237" y="193676"/>
                  <a:pt x="487237" y="193684"/>
                  <a:pt x="487237" y="193692"/>
                </a:cubicBezTo>
                <a:close/>
                <a:moveTo>
                  <a:pt x="705466" y="193692"/>
                </a:moveTo>
                <a:cubicBezTo>
                  <a:pt x="705466" y="207990"/>
                  <a:pt x="693867" y="219580"/>
                  <a:pt x="679559" y="219580"/>
                </a:cubicBezTo>
                <a:cubicBezTo>
                  <a:pt x="665250" y="219580"/>
                  <a:pt x="653652" y="207990"/>
                  <a:pt x="653652" y="193692"/>
                </a:cubicBezTo>
                <a:cubicBezTo>
                  <a:pt x="653652" y="179394"/>
                  <a:pt x="665250" y="167803"/>
                  <a:pt x="679559" y="167803"/>
                </a:cubicBezTo>
                <a:cubicBezTo>
                  <a:pt x="693861" y="167796"/>
                  <a:pt x="705458" y="179377"/>
                  <a:pt x="705466" y="193668"/>
                </a:cubicBezTo>
                <a:cubicBezTo>
                  <a:pt x="705466" y="193676"/>
                  <a:pt x="705466" y="193684"/>
                  <a:pt x="705466" y="193692"/>
                </a:cubicBezTo>
                <a:close/>
                <a:moveTo>
                  <a:pt x="923695" y="193692"/>
                </a:moveTo>
                <a:cubicBezTo>
                  <a:pt x="923695" y="207990"/>
                  <a:pt x="912096" y="219580"/>
                  <a:pt x="897788" y="219580"/>
                </a:cubicBezTo>
                <a:cubicBezTo>
                  <a:pt x="883481" y="219580"/>
                  <a:pt x="871881" y="207990"/>
                  <a:pt x="871881" y="193692"/>
                </a:cubicBezTo>
                <a:cubicBezTo>
                  <a:pt x="871881" y="179394"/>
                  <a:pt x="883481" y="167803"/>
                  <a:pt x="897788" y="167803"/>
                </a:cubicBezTo>
                <a:cubicBezTo>
                  <a:pt x="912090" y="167796"/>
                  <a:pt x="923688" y="179377"/>
                  <a:pt x="923695" y="193668"/>
                </a:cubicBezTo>
                <a:cubicBezTo>
                  <a:pt x="923695" y="193676"/>
                  <a:pt x="923695" y="193684"/>
                  <a:pt x="923695" y="193692"/>
                </a:cubicBezTo>
                <a:close/>
                <a:moveTo>
                  <a:pt x="1141923" y="193692"/>
                </a:moveTo>
                <a:cubicBezTo>
                  <a:pt x="1141923" y="207990"/>
                  <a:pt x="1130324" y="219580"/>
                  <a:pt x="1116016" y="219580"/>
                </a:cubicBezTo>
                <a:cubicBezTo>
                  <a:pt x="1101708" y="219580"/>
                  <a:pt x="1090109" y="207990"/>
                  <a:pt x="1090109" y="193692"/>
                </a:cubicBezTo>
                <a:cubicBezTo>
                  <a:pt x="1090109" y="179394"/>
                  <a:pt x="1101708" y="167803"/>
                  <a:pt x="1116016" y="167803"/>
                </a:cubicBezTo>
                <a:cubicBezTo>
                  <a:pt x="1130316" y="167820"/>
                  <a:pt x="1141907" y="179401"/>
                  <a:pt x="1141923" y="193692"/>
                </a:cubicBezTo>
                <a:close/>
                <a:moveTo>
                  <a:pt x="50838" y="361596"/>
                </a:moveTo>
                <a:cubicBezTo>
                  <a:pt x="50838" y="375894"/>
                  <a:pt x="39239" y="387485"/>
                  <a:pt x="24931" y="387485"/>
                </a:cubicBezTo>
                <a:cubicBezTo>
                  <a:pt x="10623" y="387485"/>
                  <a:pt x="-976" y="375894"/>
                  <a:pt x="-976" y="361596"/>
                </a:cubicBezTo>
                <a:cubicBezTo>
                  <a:pt x="-976" y="347298"/>
                  <a:pt x="10623" y="335707"/>
                  <a:pt x="24931" y="335707"/>
                </a:cubicBezTo>
                <a:cubicBezTo>
                  <a:pt x="39233" y="335700"/>
                  <a:pt x="50831" y="347280"/>
                  <a:pt x="50838" y="361571"/>
                </a:cubicBezTo>
                <a:cubicBezTo>
                  <a:pt x="50838" y="361579"/>
                  <a:pt x="50838" y="361588"/>
                  <a:pt x="50838" y="361596"/>
                </a:cubicBezTo>
                <a:close/>
                <a:moveTo>
                  <a:pt x="269068" y="361596"/>
                </a:moveTo>
                <a:cubicBezTo>
                  <a:pt x="269068" y="375894"/>
                  <a:pt x="257469" y="387485"/>
                  <a:pt x="243160" y="387485"/>
                </a:cubicBezTo>
                <a:cubicBezTo>
                  <a:pt x="228853" y="387485"/>
                  <a:pt x="217253" y="375894"/>
                  <a:pt x="217253" y="361596"/>
                </a:cubicBezTo>
                <a:cubicBezTo>
                  <a:pt x="217253" y="347298"/>
                  <a:pt x="228853" y="335707"/>
                  <a:pt x="243160" y="335707"/>
                </a:cubicBezTo>
                <a:cubicBezTo>
                  <a:pt x="257461" y="335724"/>
                  <a:pt x="269051" y="347305"/>
                  <a:pt x="269068" y="361596"/>
                </a:cubicBezTo>
                <a:close/>
                <a:moveTo>
                  <a:pt x="487237" y="361596"/>
                </a:moveTo>
                <a:cubicBezTo>
                  <a:pt x="487237" y="375894"/>
                  <a:pt x="475637" y="387485"/>
                  <a:pt x="461329" y="387485"/>
                </a:cubicBezTo>
                <a:cubicBezTo>
                  <a:pt x="447021" y="387485"/>
                  <a:pt x="435422" y="375894"/>
                  <a:pt x="435422" y="361596"/>
                </a:cubicBezTo>
                <a:cubicBezTo>
                  <a:pt x="435422" y="347298"/>
                  <a:pt x="447021" y="335707"/>
                  <a:pt x="461329" y="335707"/>
                </a:cubicBezTo>
                <a:cubicBezTo>
                  <a:pt x="475631" y="335700"/>
                  <a:pt x="487229" y="347280"/>
                  <a:pt x="487237" y="361571"/>
                </a:cubicBezTo>
                <a:cubicBezTo>
                  <a:pt x="487237" y="361579"/>
                  <a:pt x="487237" y="361588"/>
                  <a:pt x="487237" y="361596"/>
                </a:cubicBezTo>
                <a:close/>
                <a:moveTo>
                  <a:pt x="705466" y="361596"/>
                </a:moveTo>
                <a:cubicBezTo>
                  <a:pt x="705466" y="375894"/>
                  <a:pt x="693867" y="387485"/>
                  <a:pt x="679559" y="387485"/>
                </a:cubicBezTo>
                <a:cubicBezTo>
                  <a:pt x="665250" y="387485"/>
                  <a:pt x="653652" y="375894"/>
                  <a:pt x="653652" y="361596"/>
                </a:cubicBezTo>
                <a:cubicBezTo>
                  <a:pt x="653652" y="347298"/>
                  <a:pt x="665250" y="335707"/>
                  <a:pt x="679559" y="335707"/>
                </a:cubicBezTo>
                <a:cubicBezTo>
                  <a:pt x="693861" y="335700"/>
                  <a:pt x="705458" y="347280"/>
                  <a:pt x="705466" y="361571"/>
                </a:cubicBezTo>
                <a:cubicBezTo>
                  <a:pt x="705466" y="361579"/>
                  <a:pt x="705466" y="361588"/>
                  <a:pt x="705466" y="361596"/>
                </a:cubicBezTo>
                <a:close/>
                <a:moveTo>
                  <a:pt x="923695" y="361596"/>
                </a:moveTo>
                <a:cubicBezTo>
                  <a:pt x="923695" y="375894"/>
                  <a:pt x="912096" y="387485"/>
                  <a:pt x="897788" y="387485"/>
                </a:cubicBezTo>
                <a:cubicBezTo>
                  <a:pt x="883481" y="387485"/>
                  <a:pt x="871881" y="375894"/>
                  <a:pt x="871881" y="361596"/>
                </a:cubicBezTo>
                <a:cubicBezTo>
                  <a:pt x="871881" y="347298"/>
                  <a:pt x="883481" y="335707"/>
                  <a:pt x="897788" y="335707"/>
                </a:cubicBezTo>
                <a:cubicBezTo>
                  <a:pt x="912090" y="335700"/>
                  <a:pt x="923688" y="347280"/>
                  <a:pt x="923695" y="361571"/>
                </a:cubicBezTo>
                <a:cubicBezTo>
                  <a:pt x="923695" y="361579"/>
                  <a:pt x="923695" y="361588"/>
                  <a:pt x="923695" y="361596"/>
                </a:cubicBezTo>
                <a:close/>
                <a:moveTo>
                  <a:pt x="1141923" y="361596"/>
                </a:moveTo>
                <a:cubicBezTo>
                  <a:pt x="1141923" y="375894"/>
                  <a:pt x="1130324" y="387485"/>
                  <a:pt x="1116016" y="387485"/>
                </a:cubicBezTo>
                <a:cubicBezTo>
                  <a:pt x="1101708" y="387485"/>
                  <a:pt x="1090109" y="375894"/>
                  <a:pt x="1090109" y="361596"/>
                </a:cubicBezTo>
                <a:cubicBezTo>
                  <a:pt x="1090109" y="347298"/>
                  <a:pt x="1101708" y="335707"/>
                  <a:pt x="1116016" y="335707"/>
                </a:cubicBezTo>
                <a:cubicBezTo>
                  <a:pt x="1130316" y="335724"/>
                  <a:pt x="1141907" y="347305"/>
                  <a:pt x="1141923" y="361596"/>
                </a:cubicBezTo>
                <a:close/>
                <a:moveTo>
                  <a:pt x="50838" y="529500"/>
                </a:moveTo>
                <a:cubicBezTo>
                  <a:pt x="50838" y="543798"/>
                  <a:pt x="39239" y="555389"/>
                  <a:pt x="24931" y="555389"/>
                </a:cubicBezTo>
                <a:cubicBezTo>
                  <a:pt x="10623" y="555389"/>
                  <a:pt x="-976" y="543798"/>
                  <a:pt x="-976" y="529500"/>
                </a:cubicBezTo>
                <a:cubicBezTo>
                  <a:pt x="-976" y="515202"/>
                  <a:pt x="10623" y="503612"/>
                  <a:pt x="24931" y="503612"/>
                </a:cubicBezTo>
                <a:cubicBezTo>
                  <a:pt x="39233" y="503605"/>
                  <a:pt x="50831" y="515184"/>
                  <a:pt x="50838" y="529475"/>
                </a:cubicBezTo>
                <a:cubicBezTo>
                  <a:pt x="50838" y="529484"/>
                  <a:pt x="50838" y="529492"/>
                  <a:pt x="50838" y="529500"/>
                </a:cubicBezTo>
                <a:close/>
                <a:moveTo>
                  <a:pt x="269068" y="529500"/>
                </a:moveTo>
                <a:cubicBezTo>
                  <a:pt x="269068" y="543798"/>
                  <a:pt x="257469" y="555389"/>
                  <a:pt x="243160" y="555389"/>
                </a:cubicBezTo>
                <a:cubicBezTo>
                  <a:pt x="228853" y="555389"/>
                  <a:pt x="217253" y="543798"/>
                  <a:pt x="217253" y="529500"/>
                </a:cubicBezTo>
                <a:cubicBezTo>
                  <a:pt x="217253" y="515202"/>
                  <a:pt x="228853" y="503612"/>
                  <a:pt x="243160" y="503612"/>
                </a:cubicBezTo>
                <a:cubicBezTo>
                  <a:pt x="257461" y="503629"/>
                  <a:pt x="269051" y="515209"/>
                  <a:pt x="269068" y="529500"/>
                </a:cubicBezTo>
                <a:close/>
                <a:moveTo>
                  <a:pt x="487237" y="529500"/>
                </a:moveTo>
                <a:cubicBezTo>
                  <a:pt x="487237" y="543798"/>
                  <a:pt x="475637" y="555389"/>
                  <a:pt x="461329" y="555389"/>
                </a:cubicBezTo>
                <a:cubicBezTo>
                  <a:pt x="447021" y="555389"/>
                  <a:pt x="435422" y="543798"/>
                  <a:pt x="435422" y="529500"/>
                </a:cubicBezTo>
                <a:cubicBezTo>
                  <a:pt x="435422" y="515202"/>
                  <a:pt x="447021" y="503612"/>
                  <a:pt x="461329" y="503612"/>
                </a:cubicBezTo>
                <a:cubicBezTo>
                  <a:pt x="475631" y="503605"/>
                  <a:pt x="487229" y="515184"/>
                  <a:pt x="487237" y="529475"/>
                </a:cubicBezTo>
                <a:cubicBezTo>
                  <a:pt x="487237" y="529484"/>
                  <a:pt x="487237" y="529492"/>
                  <a:pt x="487237" y="529500"/>
                </a:cubicBezTo>
                <a:close/>
                <a:moveTo>
                  <a:pt x="705466" y="529500"/>
                </a:moveTo>
                <a:cubicBezTo>
                  <a:pt x="705466" y="543798"/>
                  <a:pt x="693867" y="555389"/>
                  <a:pt x="679559" y="555389"/>
                </a:cubicBezTo>
                <a:cubicBezTo>
                  <a:pt x="665250" y="555389"/>
                  <a:pt x="653652" y="543798"/>
                  <a:pt x="653652" y="529500"/>
                </a:cubicBezTo>
                <a:cubicBezTo>
                  <a:pt x="653652" y="515202"/>
                  <a:pt x="665250" y="503612"/>
                  <a:pt x="679559" y="503612"/>
                </a:cubicBezTo>
                <a:cubicBezTo>
                  <a:pt x="693861" y="503605"/>
                  <a:pt x="705458" y="515184"/>
                  <a:pt x="705466" y="529475"/>
                </a:cubicBezTo>
                <a:cubicBezTo>
                  <a:pt x="705466" y="529484"/>
                  <a:pt x="705466" y="529492"/>
                  <a:pt x="705466" y="529500"/>
                </a:cubicBezTo>
                <a:close/>
                <a:moveTo>
                  <a:pt x="923695" y="529500"/>
                </a:moveTo>
                <a:cubicBezTo>
                  <a:pt x="923695" y="543798"/>
                  <a:pt x="912096" y="555389"/>
                  <a:pt x="897788" y="555389"/>
                </a:cubicBezTo>
                <a:cubicBezTo>
                  <a:pt x="883481" y="555389"/>
                  <a:pt x="871881" y="543798"/>
                  <a:pt x="871881" y="529500"/>
                </a:cubicBezTo>
                <a:cubicBezTo>
                  <a:pt x="871881" y="515202"/>
                  <a:pt x="883481" y="503612"/>
                  <a:pt x="897788" y="503612"/>
                </a:cubicBezTo>
                <a:cubicBezTo>
                  <a:pt x="912090" y="503605"/>
                  <a:pt x="923688" y="515184"/>
                  <a:pt x="923695" y="529475"/>
                </a:cubicBezTo>
                <a:cubicBezTo>
                  <a:pt x="923695" y="529484"/>
                  <a:pt x="923695" y="529492"/>
                  <a:pt x="923695" y="529500"/>
                </a:cubicBezTo>
                <a:close/>
                <a:moveTo>
                  <a:pt x="1141923" y="529500"/>
                </a:moveTo>
                <a:cubicBezTo>
                  <a:pt x="1141923" y="543798"/>
                  <a:pt x="1130324" y="555389"/>
                  <a:pt x="1116016" y="555389"/>
                </a:cubicBezTo>
                <a:cubicBezTo>
                  <a:pt x="1101708" y="555389"/>
                  <a:pt x="1090109" y="543798"/>
                  <a:pt x="1090109" y="529500"/>
                </a:cubicBezTo>
                <a:cubicBezTo>
                  <a:pt x="1090109" y="515202"/>
                  <a:pt x="1101708" y="503612"/>
                  <a:pt x="1116016" y="503612"/>
                </a:cubicBezTo>
                <a:cubicBezTo>
                  <a:pt x="1130316" y="503629"/>
                  <a:pt x="1141907" y="515209"/>
                  <a:pt x="1141923" y="529500"/>
                </a:cubicBezTo>
                <a:close/>
                <a:moveTo>
                  <a:pt x="50838" y="697404"/>
                </a:moveTo>
                <a:cubicBezTo>
                  <a:pt x="50838" y="711702"/>
                  <a:pt x="39239" y="723293"/>
                  <a:pt x="24931" y="723293"/>
                </a:cubicBezTo>
                <a:cubicBezTo>
                  <a:pt x="10623" y="723293"/>
                  <a:pt x="-976" y="711702"/>
                  <a:pt x="-976" y="697404"/>
                </a:cubicBezTo>
                <a:cubicBezTo>
                  <a:pt x="-976" y="683106"/>
                  <a:pt x="10623" y="671516"/>
                  <a:pt x="24931" y="671516"/>
                </a:cubicBezTo>
                <a:cubicBezTo>
                  <a:pt x="39233" y="671509"/>
                  <a:pt x="50831" y="683088"/>
                  <a:pt x="50838" y="697379"/>
                </a:cubicBezTo>
                <a:cubicBezTo>
                  <a:pt x="50838" y="697387"/>
                  <a:pt x="50838" y="697395"/>
                  <a:pt x="50838" y="697404"/>
                </a:cubicBezTo>
                <a:close/>
                <a:moveTo>
                  <a:pt x="269068" y="697404"/>
                </a:moveTo>
                <a:cubicBezTo>
                  <a:pt x="269068" y="711702"/>
                  <a:pt x="257469" y="723293"/>
                  <a:pt x="243160" y="723293"/>
                </a:cubicBezTo>
                <a:cubicBezTo>
                  <a:pt x="228853" y="723293"/>
                  <a:pt x="217253" y="711702"/>
                  <a:pt x="217253" y="697404"/>
                </a:cubicBezTo>
                <a:cubicBezTo>
                  <a:pt x="217253" y="683106"/>
                  <a:pt x="228853" y="671516"/>
                  <a:pt x="243160" y="671516"/>
                </a:cubicBezTo>
                <a:cubicBezTo>
                  <a:pt x="257461" y="671532"/>
                  <a:pt x="269051" y="683113"/>
                  <a:pt x="269068" y="697404"/>
                </a:cubicBezTo>
                <a:close/>
                <a:moveTo>
                  <a:pt x="487237" y="697404"/>
                </a:moveTo>
                <a:cubicBezTo>
                  <a:pt x="487237" y="711702"/>
                  <a:pt x="475637" y="723293"/>
                  <a:pt x="461329" y="723293"/>
                </a:cubicBezTo>
                <a:cubicBezTo>
                  <a:pt x="447021" y="723293"/>
                  <a:pt x="435422" y="711702"/>
                  <a:pt x="435422" y="697404"/>
                </a:cubicBezTo>
                <a:cubicBezTo>
                  <a:pt x="435422" y="683106"/>
                  <a:pt x="447021" y="671516"/>
                  <a:pt x="461329" y="671516"/>
                </a:cubicBezTo>
                <a:cubicBezTo>
                  <a:pt x="475631" y="671509"/>
                  <a:pt x="487229" y="683088"/>
                  <a:pt x="487237" y="697379"/>
                </a:cubicBezTo>
                <a:cubicBezTo>
                  <a:pt x="487237" y="697387"/>
                  <a:pt x="487237" y="697395"/>
                  <a:pt x="487237" y="697404"/>
                </a:cubicBezTo>
                <a:close/>
                <a:moveTo>
                  <a:pt x="705466" y="697404"/>
                </a:moveTo>
                <a:cubicBezTo>
                  <a:pt x="705466" y="711702"/>
                  <a:pt x="693867" y="723293"/>
                  <a:pt x="679559" y="723293"/>
                </a:cubicBezTo>
                <a:cubicBezTo>
                  <a:pt x="665250" y="723293"/>
                  <a:pt x="653652" y="711702"/>
                  <a:pt x="653652" y="697404"/>
                </a:cubicBezTo>
                <a:cubicBezTo>
                  <a:pt x="653652" y="683106"/>
                  <a:pt x="665250" y="671516"/>
                  <a:pt x="679559" y="671516"/>
                </a:cubicBezTo>
                <a:cubicBezTo>
                  <a:pt x="693861" y="671509"/>
                  <a:pt x="705458" y="683088"/>
                  <a:pt x="705466" y="697379"/>
                </a:cubicBezTo>
                <a:cubicBezTo>
                  <a:pt x="705466" y="697387"/>
                  <a:pt x="705466" y="697395"/>
                  <a:pt x="705466" y="697404"/>
                </a:cubicBezTo>
                <a:close/>
                <a:moveTo>
                  <a:pt x="923695" y="697404"/>
                </a:moveTo>
                <a:cubicBezTo>
                  <a:pt x="923695" y="711702"/>
                  <a:pt x="912096" y="723293"/>
                  <a:pt x="897788" y="723293"/>
                </a:cubicBezTo>
                <a:cubicBezTo>
                  <a:pt x="883481" y="723293"/>
                  <a:pt x="871881" y="711702"/>
                  <a:pt x="871881" y="697404"/>
                </a:cubicBezTo>
                <a:cubicBezTo>
                  <a:pt x="871881" y="683106"/>
                  <a:pt x="883481" y="671516"/>
                  <a:pt x="897788" y="671516"/>
                </a:cubicBezTo>
                <a:cubicBezTo>
                  <a:pt x="912090" y="671509"/>
                  <a:pt x="923688" y="683088"/>
                  <a:pt x="923695" y="697379"/>
                </a:cubicBezTo>
                <a:cubicBezTo>
                  <a:pt x="923695" y="697387"/>
                  <a:pt x="923695" y="697395"/>
                  <a:pt x="923695" y="697404"/>
                </a:cubicBezTo>
                <a:close/>
                <a:moveTo>
                  <a:pt x="1141923" y="697404"/>
                </a:moveTo>
                <a:cubicBezTo>
                  <a:pt x="1141923" y="711702"/>
                  <a:pt x="1130324" y="723293"/>
                  <a:pt x="1116016" y="723293"/>
                </a:cubicBezTo>
                <a:cubicBezTo>
                  <a:pt x="1101708" y="723293"/>
                  <a:pt x="1090109" y="711702"/>
                  <a:pt x="1090109" y="697404"/>
                </a:cubicBezTo>
                <a:cubicBezTo>
                  <a:pt x="1090109" y="683106"/>
                  <a:pt x="1101708" y="671516"/>
                  <a:pt x="1116016" y="671516"/>
                </a:cubicBezTo>
                <a:cubicBezTo>
                  <a:pt x="1130316" y="671532"/>
                  <a:pt x="1141907" y="683113"/>
                  <a:pt x="1141923" y="697404"/>
                </a:cubicBezTo>
                <a:close/>
              </a:path>
            </a:pathLst>
          </a:custGeom>
          <a:solidFill>
            <a:srgbClr val="FFFFFF"/>
          </a:solidFill>
        </p:spPr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93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11-20:12:06-d3l4j5gs8jdo4os5ek7g.jpg"/>
          <p:cNvPicPr>
            <a:picLocks noChangeAspect="1"/>
          </p:cNvPicPr>
          <p:nvPr/>
        </p:nvPicPr>
        <p:blipFill>
          <a:blip r:embed="rId2"/>
          <a:srcRect t="48047" b="48047"/>
          <a:stretch>
            <a:fillRect/>
          </a:stretch>
        </p:blipFill>
        <p:spPr>
          <a:xfrm>
            <a:off x="-25400" y="2063750"/>
            <a:ext cx="12192635" cy="61150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37210" y="788670"/>
            <a:ext cx="5257800" cy="646271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>
              <a:lnSpc>
                <a:spcPct val="140000"/>
              </a:lnSpc>
            </a:pPr>
            <a:r>
              <a:rPr lang="en-US" sz="2600" b="1" dirty="0">
                <a:solidFill>
                  <a:srgbClr val="00000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内容规范：健康向上融合酒旅元素</a:t>
            </a:r>
            <a:endParaRPr lang="en-US" sz="1600" dirty="0"/>
          </a:p>
        </p:txBody>
      </p:sp>
      <p:pic>
        <p:nvPicPr>
          <p:cNvPr id="5" name="Image 2" descr="https://kimi-img.moonshot.cn/pub/slides/slides_tmpl/image/25-10-11-20:12:07-d3l4j5os8jdo4os5eka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9070" y="5534660"/>
            <a:ext cx="997585" cy="631190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537210" y="2050733"/>
            <a:ext cx="3727450" cy="494030"/>
          </a:xfrm>
          <a:prstGeom prst="rect">
            <a:avLst/>
          </a:prstGeom>
          <a:noFill/>
        </p:spPr>
        <p:txBody>
          <a:bodyPr wrap="square" lIns="91440" tIns="45720" rIns="91440" bIns="45720" rtlCol="0" anchor="ctr"/>
          <a:lstStyle/>
          <a:p>
            <a:pPr algn="just">
              <a:lnSpc>
                <a:spcPct val="160000"/>
              </a:lnSpc>
            </a:pPr>
            <a:r>
              <a:rPr lang="en-US" sz="2000" b="1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创作边界与主题要求</a:t>
            </a:r>
            <a:endParaRPr lang="en-US" sz="1600" dirty="0"/>
          </a:p>
        </p:txBody>
      </p:sp>
      <p:sp>
        <p:nvSpPr>
          <p:cNvPr id="7" name="Text 2"/>
          <p:cNvSpPr/>
          <p:nvPr/>
        </p:nvSpPr>
        <p:spPr>
          <a:xfrm>
            <a:off x="284480" y="2780030"/>
            <a:ext cx="3980180" cy="402844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60000"/>
              </a:lnSpc>
            </a:pPr>
            <a:r>
              <a:rPr lang="en-US" sz="1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作品必须</a:t>
            </a:r>
            <a:r>
              <a:rPr lang="en-US" sz="16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健康、积极向上，禁止恶搞、低俗、色情内容。</a:t>
            </a:r>
            <a:endParaRPr lang="en-US" sz="1600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just">
              <a:lnSpc>
                <a:spcPct val="160000"/>
              </a:lnSpc>
            </a:pPr>
            <a:r>
              <a:rPr lang="zh-CN" altLang="en-US" sz="16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内容主体在以下三个主体内任选</a:t>
            </a:r>
            <a:endParaRPr lang="zh-CN" altLang="en-US" sz="1600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just">
              <a:lnSpc>
                <a:spcPct val="160000"/>
              </a:lnSpc>
            </a:pPr>
            <a:r>
              <a:rPr lang="en-US" altLang="zh-CN" sz="16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sz="16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、美丽宜宾</a:t>
            </a:r>
            <a:r>
              <a:rPr lang="en-US" altLang="zh-CN" sz="16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+</a:t>
            </a:r>
            <a:r>
              <a:rPr lang="zh-CN" altLang="en-US" sz="16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美丽五粮液</a:t>
            </a:r>
            <a:r>
              <a:rPr lang="en-US" altLang="zh-CN" sz="16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+</a:t>
            </a:r>
            <a:r>
              <a:rPr lang="zh-CN" altLang="en-US" sz="16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产品</a:t>
            </a:r>
            <a:endParaRPr lang="zh-CN" altLang="en-US" sz="1600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just">
              <a:lnSpc>
                <a:spcPct val="160000"/>
              </a:lnSpc>
            </a:pPr>
            <a:r>
              <a:rPr lang="en-US" altLang="zh-CN" sz="16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zh-CN" altLang="en-US" sz="16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、畅游宜宾</a:t>
            </a:r>
            <a:r>
              <a:rPr lang="en-US" altLang="zh-CN" sz="16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+</a:t>
            </a:r>
            <a:r>
              <a:rPr lang="zh-CN" altLang="en-US" sz="16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美丽五粮液</a:t>
            </a:r>
            <a:r>
              <a:rPr lang="en-US" altLang="zh-CN" sz="16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+</a:t>
            </a:r>
            <a:r>
              <a:rPr lang="zh-CN" altLang="en-US" sz="16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产品</a:t>
            </a:r>
            <a:endParaRPr lang="zh-CN" altLang="en-US" sz="1600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just">
              <a:lnSpc>
                <a:spcPct val="160000"/>
              </a:lnSpc>
            </a:pPr>
            <a:r>
              <a:rPr lang="en-US" altLang="zh-CN" sz="16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lang="zh-CN" altLang="en-US" sz="16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、宜宾美食</a:t>
            </a:r>
            <a:r>
              <a:rPr lang="en-US" altLang="zh-CN" sz="16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+</a:t>
            </a:r>
            <a:r>
              <a:rPr lang="zh-CN" altLang="en-US" sz="16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产品</a:t>
            </a:r>
            <a:endParaRPr lang="zh-CN" altLang="en-US" sz="1600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just">
              <a:lnSpc>
                <a:spcPct val="160000"/>
              </a:lnSpc>
            </a:pPr>
            <a:r>
              <a:rPr lang="en-US" altLang="zh-CN" sz="16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r>
              <a:rPr lang="zh-CN" altLang="en-US" sz="16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、宜宾人文</a:t>
            </a:r>
            <a:r>
              <a:rPr lang="en-US" altLang="zh-CN" sz="16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+</a:t>
            </a:r>
            <a:r>
              <a:rPr lang="zh-CN" altLang="en-US" sz="16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学校宣传</a:t>
            </a:r>
            <a:r>
              <a:rPr lang="en-US" altLang="zh-CN" sz="16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+</a:t>
            </a:r>
            <a:r>
              <a:rPr lang="zh-CN" altLang="en-US" sz="16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产品</a:t>
            </a:r>
            <a:endParaRPr lang="zh-CN" altLang="en-US" sz="1600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just">
              <a:lnSpc>
                <a:spcPct val="160000"/>
              </a:lnSpc>
            </a:pPr>
            <a:r>
              <a:rPr lang="en-US" altLang="zh-CN" sz="16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</a:t>
            </a:r>
            <a:r>
              <a:rPr lang="zh-CN" altLang="en-US" sz="16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、美丽学校</a:t>
            </a:r>
            <a:r>
              <a:rPr lang="en-US" altLang="zh-CN" sz="16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+</a:t>
            </a:r>
            <a:r>
              <a:rPr lang="zh-CN" altLang="en-US" sz="16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美食</a:t>
            </a:r>
            <a:r>
              <a:rPr lang="en-US" altLang="zh-CN" sz="16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+</a:t>
            </a:r>
            <a:r>
              <a:rPr lang="zh-CN" altLang="en-US" sz="16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产品</a:t>
            </a:r>
            <a:endParaRPr lang="zh-CN" altLang="en-US" sz="1600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just">
              <a:lnSpc>
                <a:spcPct val="160000"/>
              </a:lnSpc>
            </a:pPr>
            <a:r>
              <a:rPr lang="en-US" altLang="zh-CN" sz="16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</a:t>
            </a:r>
            <a:r>
              <a:rPr lang="zh-CN" altLang="en-US" sz="16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、幸福家庭</a:t>
            </a:r>
            <a:r>
              <a:rPr lang="en-US" altLang="zh-CN" sz="16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+</a:t>
            </a:r>
            <a:r>
              <a:rPr lang="zh-CN" altLang="en-US" sz="16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产品</a:t>
            </a:r>
            <a:endParaRPr lang="en-US" sz="1600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just">
              <a:lnSpc>
                <a:spcPct val="160000"/>
              </a:lnSpc>
            </a:pPr>
            <a:r>
              <a:rPr lang="zh-CN" altLang="en-US" sz="16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以上题材任选其一，表达形式和剧本</a:t>
            </a:r>
            <a:r>
              <a:rPr lang="zh-CN" altLang="en-US" sz="16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自定</a:t>
            </a:r>
            <a:endParaRPr lang="zh-CN" altLang="en-US" sz="1600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 3"/>
          <p:cNvSpPr/>
          <p:nvPr/>
        </p:nvSpPr>
        <p:spPr>
          <a:xfrm>
            <a:off x="7942580" y="2131060"/>
            <a:ext cx="3709670" cy="502285"/>
          </a:xfrm>
          <a:prstGeom prst="rect">
            <a:avLst/>
          </a:prstGeom>
          <a:noFill/>
        </p:spPr>
        <p:txBody>
          <a:bodyPr wrap="square" lIns="91440" tIns="45720" rIns="91440" bIns="4572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产品配发与场景建议</a:t>
            </a:r>
            <a:endParaRPr lang="en-US" sz="1600" dirty="0"/>
          </a:p>
        </p:txBody>
      </p:sp>
      <p:sp>
        <p:nvSpPr>
          <p:cNvPr id="9" name="Text 4"/>
          <p:cNvSpPr/>
          <p:nvPr/>
        </p:nvSpPr>
        <p:spPr>
          <a:xfrm>
            <a:off x="8004810" y="2818130"/>
            <a:ext cx="3728085" cy="245364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60000"/>
              </a:lnSpc>
            </a:pPr>
            <a:r>
              <a:rPr lang="en-US" sz="1600" dirty="0">
                <a:solidFill>
                  <a:srgbClr val="00000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每位参赛者配发世界杯联名款龙虎养生酒125ml装</a:t>
            </a:r>
            <a:r>
              <a:rPr lang="en-US" sz="1600" dirty="0">
                <a:solidFill>
                  <a:srgbClr val="FF000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2瓶</a:t>
            </a:r>
            <a:r>
              <a:rPr lang="en-US" sz="1600" dirty="0">
                <a:solidFill>
                  <a:srgbClr val="00000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作为创作素材。建议融入五粮液景区、冠英古街、合江门广场、蜀南竹海、李庄古镇等标志性场景进行内容创作。</a:t>
            </a:r>
            <a:endParaRPr lang="en-US" sz="1600" dirty="0">
              <a:solidFill>
                <a:srgbClr val="000000"/>
              </a:solidFill>
              <a:latin typeface="MiSans" panose="00000500000000000000" pitchFamily="34" charset="-122"/>
              <a:ea typeface="MiSans" panose="00000500000000000000" pitchFamily="34" charset="-122"/>
              <a:cs typeface="MiSans" panose="00000500000000000000" pitchFamily="34" charset="-120"/>
            </a:endParaRPr>
          </a:p>
          <a:p>
            <a:pPr algn="just">
              <a:lnSpc>
                <a:spcPct val="160000"/>
              </a:lnSpc>
            </a:pP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</a:rPr>
              <a:t>每人</a:t>
            </a: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</a:rPr>
              <a:t>2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</a:rPr>
              <a:t>瓶作为拍摄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</a:rPr>
              <a:t>素材，超出自行解决</a:t>
            </a: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</a:rPr>
              <a:t>/</a:t>
            </a:r>
            <a:endParaRPr lang="en-US" altLang="zh-CN" sz="16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64660" y="2063750"/>
            <a:ext cx="3510915" cy="468249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93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11-20:12:07-d3l4j5os8jdo4os5ek9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 flipV="1">
            <a:off x="5053965" y="-5053330"/>
            <a:ext cx="2091690" cy="121983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165" y="486648"/>
            <a:ext cx="5193665" cy="650875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>
              <a:lnSpc>
                <a:spcPct val="140000"/>
              </a:lnSpc>
            </a:pPr>
            <a:r>
              <a:rPr lang="zh-CN" altLang="en-US" sz="2600" b="1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优质内容创作核心要素</a:t>
            </a:r>
            <a:endParaRPr lang="zh-CN" altLang="en-US" sz="2600" b="1" dirty="0">
              <a:solidFill>
                <a:srgbClr val="FFFFFF"/>
              </a:solidFill>
              <a:latin typeface="MiSans" panose="00000500000000000000" pitchFamily="34" charset="-122"/>
              <a:ea typeface="MiSans" panose="00000500000000000000" pitchFamily="34" charset="-122"/>
              <a:cs typeface="MiSans" panose="00000500000000000000" pitchFamily="34" charset="-120"/>
            </a:endParaRPr>
          </a:p>
        </p:txBody>
      </p:sp>
      <p:pic>
        <p:nvPicPr>
          <p:cNvPr id="11" name="Image 8" descr="https://kimi-img.moonshot.cn/pub/slides/slides_tmpl/image/25-10-11-20:12:07-d3l4j5os8jdo4os5eka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0" y="615950"/>
            <a:ext cx="997585" cy="40894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1003300" y="2350135"/>
            <a:ext cx="10185400" cy="39116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Wingdings" panose="05000000000000000000" charset="0"/>
              <a:buChar char="l"/>
            </a:pPr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紧跟平台热点进行延展创作，借着东风流量自然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来。例：酱板鸭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  <a:p>
            <a:pPr marL="285750" indent="-285750">
              <a:buFont typeface="Wingdings" panose="05000000000000000000" charset="0"/>
              <a:buChar char="l"/>
            </a:pP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  <a:p>
            <a:pPr marL="285750" indent="-285750">
              <a:buFont typeface="Wingdings" panose="05000000000000000000" charset="0"/>
              <a:buChar char="l"/>
            </a:pP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  <a:p>
            <a:pPr marL="285750" indent="-285750">
              <a:buFont typeface="Wingdings" panose="05000000000000000000" charset="0"/>
              <a:buChar char="l"/>
            </a:pPr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搞笑没有尽头，不要陷入肢体搞笑的误区，强烈的反差才是播放时长和点赞的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关键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  <a:p>
            <a:pPr marL="285750" indent="-285750">
              <a:buFont typeface="Wingdings" panose="05000000000000000000" charset="0"/>
              <a:buChar char="l"/>
            </a:pP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  <a:p>
            <a:pPr marL="285750" indent="-285750">
              <a:buFont typeface="Wingdings" panose="05000000000000000000" charset="0"/>
              <a:buChar char="l"/>
            </a:pP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  <a:p>
            <a:pPr marL="285750" indent="-285750">
              <a:buFont typeface="Wingdings" panose="05000000000000000000" charset="0"/>
              <a:buChar char="l"/>
            </a:pPr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选题很重要，聚众效应更能把流量推高，人的本性是聚众、猎奇。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（例：着火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救火视频）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 </a:t>
            </a:r>
            <a:endParaRPr lang="en-US" altLang="zh-CN">
              <a:latin typeface="微软雅黑" panose="020B0503020204020204" charset="-122"/>
              <a:ea typeface="微软雅黑" panose="020B0503020204020204" charset="-122"/>
            </a:endParaRPr>
          </a:p>
          <a:p>
            <a:pPr marL="285750" indent="-285750">
              <a:buFont typeface="Wingdings" panose="05000000000000000000" charset="0"/>
              <a:buChar char="l"/>
            </a:pPr>
            <a:endParaRPr lang="en-US" altLang="zh-CN">
              <a:latin typeface="微软雅黑" panose="020B0503020204020204" charset="-122"/>
              <a:ea typeface="微软雅黑" panose="020B0503020204020204" charset="-122"/>
            </a:endParaRPr>
          </a:p>
          <a:p>
            <a:pPr marL="285750" indent="-285750">
              <a:buFont typeface="Wingdings" panose="05000000000000000000" charset="0"/>
              <a:buChar char="l"/>
            </a:pPr>
            <a:endParaRPr lang="en-US" altLang="zh-CN">
              <a:latin typeface="微软雅黑" panose="020B0503020204020204" charset="-122"/>
              <a:ea typeface="微软雅黑" panose="020B0503020204020204" charset="-122"/>
            </a:endParaRPr>
          </a:p>
          <a:p>
            <a:pPr marL="285750" indent="-285750">
              <a:buFont typeface="Wingdings" panose="05000000000000000000" charset="0"/>
              <a:buChar char="l"/>
            </a:pPr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在短视频平台的主角要素永远是动物＞幼儿＞美女＞美男＞普通男性女性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  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（注严谨幼儿与酒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关联）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  <a:p>
            <a:pPr marL="285750" indent="-285750">
              <a:buFont typeface="Wingdings" panose="05000000000000000000" charset="0"/>
              <a:buChar char="l"/>
            </a:pP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  <a:p>
            <a:pPr marL="285750" indent="-285750">
              <a:buFont typeface="Wingdings" panose="05000000000000000000" charset="0"/>
              <a:buChar char="l"/>
            </a:pP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  <a:p>
            <a:pPr marL="285750" indent="-285750">
              <a:buFont typeface="Wingdings" panose="05000000000000000000" charset="0"/>
              <a:buChar char="l"/>
            </a:pPr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线下打卡有自然流量，例如在某热门景点、五粮液景区并打上标签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会自然推送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流量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93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11-20:12:06-d3l4j5gs8jdo4os5ek80.jpg"/>
          <p:cNvPicPr>
            <a:picLocks noChangeAspect="1"/>
          </p:cNvPicPr>
          <p:nvPr/>
        </p:nvPicPr>
        <p:blipFill>
          <a:blip r:embed="rId1"/>
          <a:srcRect l="291" r="29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10-11-20:12:02-d3l4j4gs8jdo4os5ek5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5090" y="1907540"/>
            <a:ext cx="6954520" cy="3042920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10-11-20:12:01-d3l4j48s8jdo4os5ek3g.png"/>
          <p:cNvPicPr>
            <a:picLocks noChangeAspect="1"/>
          </p:cNvPicPr>
          <p:nvPr/>
        </p:nvPicPr>
        <p:blipFill>
          <a:blip r:embed="rId3"/>
          <a:srcRect l="11182" r="-7512"/>
          <a:stretch>
            <a:fillRect/>
          </a:stretch>
        </p:blipFill>
        <p:spPr>
          <a:xfrm flipH="1">
            <a:off x="8853170" y="0"/>
            <a:ext cx="3338830" cy="6857365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2456180" y="3725545"/>
            <a:ext cx="7279640" cy="68834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algn="ctr">
              <a:lnSpc>
                <a:spcPct val="110000"/>
              </a:lnSpc>
            </a:pPr>
            <a:r>
              <a:rPr lang="en-US" sz="3200" dirty="0">
                <a:solidFill>
                  <a:srgbClr val="00000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传播策略</a:t>
            </a:r>
            <a:endParaRPr lang="en-US" sz="1600" dirty="0"/>
          </a:p>
        </p:txBody>
      </p:sp>
      <p:sp>
        <p:nvSpPr>
          <p:cNvPr id="6" name="Text 1"/>
          <p:cNvSpPr/>
          <p:nvPr/>
        </p:nvSpPr>
        <p:spPr>
          <a:xfrm>
            <a:off x="4684395" y="2249805"/>
            <a:ext cx="2824480" cy="143383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algn="ctr">
              <a:lnSpc>
                <a:spcPct val="100000"/>
              </a:lnSpc>
            </a:pPr>
            <a:r>
              <a:rPr lang="en-US" sz="9600" dirty="0">
                <a:solidFill>
                  <a:srgbClr val="3D59C2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04</a:t>
            </a:r>
            <a:endParaRPr lang="en-US" sz="1600" dirty="0"/>
          </a:p>
        </p:txBody>
      </p:sp>
      <p:sp>
        <p:nvSpPr>
          <p:cNvPr id="7" name="Shape 2"/>
          <p:cNvSpPr/>
          <p:nvPr/>
        </p:nvSpPr>
        <p:spPr>
          <a:xfrm>
            <a:off x="3863975" y="2890520"/>
            <a:ext cx="1303655" cy="414655"/>
          </a:xfrm>
          <a:custGeom>
            <a:avLst/>
            <a:gdLst/>
            <a:ahLst/>
            <a:cxnLst/>
            <a:rect l="l" t="t" r="r" b="b"/>
            <a:pathLst>
              <a:path w="1303655" h="414655">
                <a:moveTo>
                  <a:pt x="286093" y="206786"/>
                </a:moveTo>
                <a:lnTo>
                  <a:pt x="80589" y="-150"/>
                </a:lnTo>
                <a:lnTo>
                  <a:pt x="-1448" y="82538"/>
                </a:lnTo>
                <a:lnTo>
                  <a:pt x="64310" y="148778"/>
                </a:lnTo>
                <a:lnTo>
                  <a:pt x="116498" y="207257"/>
                </a:lnTo>
                <a:lnTo>
                  <a:pt x="64310" y="265717"/>
                </a:lnTo>
                <a:lnTo>
                  <a:pt x="-1448" y="331958"/>
                </a:lnTo>
                <a:lnTo>
                  <a:pt x="80589" y="414655"/>
                </a:lnTo>
                <a:lnTo>
                  <a:pt x="286093" y="207719"/>
                </a:lnTo>
                <a:lnTo>
                  <a:pt x="285640" y="207248"/>
                </a:lnTo>
                <a:close/>
                <a:moveTo>
                  <a:pt x="625280" y="206786"/>
                </a:moveTo>
                <a:lnTo>
                  <a:pt x="419777" y="-150"/>
                </a:lnTo>
                <a:lnTo>
                  <a:pt x="337739" y="82538"/>
                </a:lnTo>
                <a:lnTo>
                  <a:pt x="403497" y="148778"/>
                </a:lnTo>
                <a:lnTo>
                  <a:pt x="455597" y="207257"/>
                </a:lnTo>
                <a:lnTo>
                  <a:pt x="403497" y="265717"/>
                </a:lnTo>
                <a:lnTo>
                  <a:pt x="337739" y="331958"/>
                </a:lnTo>
                <a:lnTo>
                  <a:pt x="419777" y="414655"/>
                </a:lnTo>
                <a:lnTo>
                  <a:pt x="625280" y="207719"/>
                </a:lnTo>
                <a:lnTo>
                  <a:pt x="624827" y="207248"/>
                </a:lnTo>
                <a:close/>
                <a:moveTo>
                  <a:pt x="964468" y="206786"/>
                </a:moveTo>
                <a:lnTo>
                  <a:pt x="758964" y="-150"/>
                </a:lnTo>
                <a:lnTo>
                  <a:pt x="676836" y="82538"/>
                </a:lnTo>
                <a:lnTo>
                  <a:pt x="742685" y="148778"/>
                </a:lnTo>
                <a:lnTo>
                  <a:pt x="794784" y="207257"/>
                </a:lnTo>
                <a:lnTo>
                  <a:pt x="742685" y="265717"/>
                </a:lnTo>
                <a:lnTo>
                  <a:pt x="676836" y="331958"/>
                </a:lnTo>
                <a:lnTo>
                  <a:pt x="758964" y="414655"/>
                </a:lnTo>
                <a:lnTo>
                  <a:pt x="964468" y="207719"/>
                </a:lnTo>
                <a:lnTo>
                  <a:pt x="964015" y="207248"/>
                </a:lnTo>
                <a:close/>
                <a:moveTo>
                  <a:pt x="1303655" y="206786"/>
                </a:moveTo>
                <a:lnTo>
                  <a:pt x="1098151" y="-150"/>
                </a:lnTo>
                <a:lnTo>
                  <a:pt x="1016024" y="82538"/>
                </a:lnTo>
                <a:lnTo>
                  <a:pt x="1081781" y="148778"/>
                </a:lnTo>
                <a:lnTo>
                  <a:pt x="1133970" y="207257"/>
                </a:lnTo>
                <a:lnTo>
                  <a:pt x="1081781" y="265717"/>
                </a:lnTo>
                <a:lnTo>
                  <a:pt x="1016024" y="331958"/>
                </a:lnTo>
                <a:lnTo>
                  <a:pt x="1098151" y="414655"/>
                </a:lnTo>
                <a:lnTo>
                  <a:pt x="1303655" y="207719"/>
                </a:lnTo>
                <a:lnTo>
                  <a:pt x="1303111" y="207248"/>
                </a:lnTo>
                <a:close/>
              </a:path>
            </a:pathLst>
          </a:custGeom>
          <a:solidFill>
            <a:srgbClr val="3D59C2"/>
          </a:solidFill>
        </p:spPr>
      </p:sp>
      <p:sp>
        <p:nvSpPr>
          <p:cNvPr id="8" name="Shape 3"/>
          <p:cNvSpPr/>
          <p:nvPr/>
        </p:nvSpPr>
        <p:spPr>
          <a:xfrm flipH="1">
            <a:off x="6957060" y="2890520"/>
            <a:ext cx="1303655" cy="414655"/>
          </a:xfrm>
          <a:custGeom>
            <a:avLst/>
            <a:gdLst/>
            <a:ahLst/>
            <a:cxnLst/>
            <a:rect l="l" t="t" r="r" b="b"/>
            <a:pathLst>
              <a:path w="1303655" h="414655">
                <a:moveTo>
                  <a:pt x="286093" y="206786"/>
                </a:moveTo>
                <a:lnTo>
                  <a:pt x="80589" y="-150"/>
                </a:lnTo>
                <a:lnTo>
                  <a:pt x="-1448" y="82538"/>
                </a:lnTo>
                <a:lnTo>
                  <a:pt x="64310" y="148778"/>
                </a:lnTo>
                <a:lnTo>
                  <a:pt x="116498" y="207257"/>
                </a:lnTo>
                <a:lnTo>
                  <a:pt x="64310" y="265717"/>
                </a:lnTo>
                <a:lnTo>
                  <a:pt x="-1448" y="331958"/>
                </a:lnTo>
                <a:lnTo>
                  <a:pt x="80589" y="414655"/>
                </a:lnTo>
                <a:lnTo>
                  <a:pt x="286093" y="207719"/>
                </a:lnTo>
                <a:lnTo>
                  <a:pt x="285640" y="207248"/>
                </a:lnTo>
                <a:close/>
                <a:moveTo>
                  <a:pt x="625280" y="206786"/>
                </a:moveTo>
                <a:lnTo>
                  <a:pt x="419777" y="-150"/>
                </a:lnTo>
                <a:lnTo>
                  <a:pt x="337739" y="82538"/>
                </a:lnTo>
                <a:lnTo>
                  <a:pt x="403497" y="148778"/>
                </a:lnTo>
                <a:lnTo>
                  <a:pt x="455597" y="207257"/>
                </a:lnTo>
                <a:lnTo>
                  <a:pt x="403497" y="265717"/>
                </a:lnTo>
                <a:lnTo>
                  <a:pt x="337739" y="331958"/>
                </a:lnTo>
                <a:lnTo>
                  <a:pt x="419777" y="414655"/>
                </a:lnTo>
                <a:lnTo>
                  <a:pt x="625280" y="207719"/>
                </a:lnTo>
                <a:lnTo>
                  <a:pt x="624827" y="207248"/>
                </a:lnTo>
                <a:close/>
                <a:moveTo>
                  <a:pt x="964468" y="206786"/>
                </a:moveTo>
                <a:lnTo>
                  <a:pt x="758964" y="-150"/>
                </a:lnTo>
                <a:lnTo>
                  <a:pt x="676836" y="82538"/>
                </a:lnTo>
                <a:lnTo>
                  <a:pt x="742685" y="148778"/>
                </a:lnTo>
                <a:lnTo>
                  <a:pt x="794784" y="207257"/>
                </a:lnTo>
                <a:lnTo>
                  <a:pt x="742685" y="265717"/>
                </a:lnTo>
                <a:lnTo>
                  <a:pt x="676836" y="331958"/>
                </a:lnTo>
                <a:lnTo>
                  <a:pt x="758964" y="414655"/>
                </a:lnTo>
                <a:lnTo>
                  <a:pt x="964468" y="207719"/>
                </a:lnTo>
                <a:lnTo>
                  <a:pt x="964015" y="207248"/>
                </a:lnTo>
                <a:close/>
                <a:moveTo>
                  <a:pt x="1303655" y="206786"/>
                </a:moveTo>
                <a:lnTo>
                  <a:pt x="1098151" y="-150"/>
                </a:lnTo>
                <a:lnTo>
                  <a:pt x="1016024" y="82538"/>
                </a:lnTo>
                <a:lnTo>
                  <a:pt x="1081781" y="148778"/>
                </a:lnTo>
                <a:lnTo>
                  <a:pt x="1133970" y="207257"/>
                </a:lnTo>
                <a:lnTo>
                  <a:pt x="1081781" y="265717"/>
                </a:lnTo>
                <a:lnTo>
                  <a:pt x="1016024" y="331958"/>
                </a:lnTo>
                <a:lnTo>
                  <a:pt x="1098151" y="414655"/>
                </a:lnTo>
                <a:lnTo>
                  <a:pt x="1303655" y="207719"/>
                </a:lnTo>
                <a:lnTo>
                  <a:pt x="1303111" y="207248"/>
                </a:lnTo>
                <a:close/>
              </a:path>
            </a:pathLst>
          </a:custGeom>
          <a:solidFill>
            <a:srgbClr val="3D59C2"/>
          </a:solidFill>
        </p:spPr>
      </p:sp>
      <p:pic>
        <p:nvPicPr>
          <p:cNvPr id="9" name="Image 3" descr="https://kimi-img.moonshot.cn/pub/slides/slides_tmpl/image/25-10-11-20:12:01-d3l4j48s8jdo4os5ek3g.png"/>
          <p:cNvPicPr>
            <a:picLocks noChangeAspect="1"/>
          </p:cNvPicPr>
          <p:nvPr/>
        </p:nvPicPr>
        <p:blipFill>
          <a:blip r:embed="rId3"/>
          <a:srcRect l="11182" r="-7512"/>
          <a:stretch>
            <a:fillRect/>
          </a:stretch>
        </p:blipFill>
        <p:spPr>
          <a:xfrm>
            <a:off x="0" y="0"/>
            <a:ext cx="3338830" cy="6857365"/>
          </a:xfrm>
          <a:prstGeom prst="rect">
            <a:avLst/>
          </a:prstGeom>
        </p:spPr>
      </p:pic>
      <p:pic>
        <p:nvPicPr>
          <p:cNvPr id="10" name="Image 4" descr="https://kimi-img.moonshot.cn/pub/slides/slides_tmpl/image/25-10-11-20:12:02-d3l4j4gs8jdo4os5ek5g.png"/>
          <p:cNvPicPr>
            <a:picLocks noChangeAspect="1"/>
          </p:cNvPicPr>
          <p:nvPr/>
        </p:nvPicPr>
        <p:blipFill>
          <a:blip r:embed="rId4">
            <a:alphaModFix amt="38000"/>
          </a:blip>
          <a:stretch>
            <a:fillRect/>
          </a:stretch>
        </p:blipFill>
        <p:spPr>
          <a:xfrm rot="16200000">
            <a:off x="-1539875" y="2364740"/>
            <a:ext cx="5589905" cy="2401570"/>
          </a:xfrm>
          <a:prstGeom prst="rect">
            <a:avLst/>
          </a:prstGeom>
        </p:spPr>
      </p:pic>
      <p:pic>
        <p:nvPicPr>
          <p:cNvPr id="11" name="Image 5" descr="https://kimi-img.moonshot.cn/pub/slides/slides_tmpl/image/25-10-11-20:12:02-d3l4j4gs8jdo4os5ek5g.png"/>
          <p:cNvPicPr>
            <a:picLocks noChangeAspect="1"/>
          </p:cNvPicPr>
          <p:nvPr/>
        </p:nvPicPr>
        <p:blipFill>
          <a:blip r:embed="rId4">
            <a:alphaModFix amt="23000"/>
          </a:blip>
          <a:stretch>
            <a:fillRect/>
          </a:stretch>
        </p:blipFill>
        <p:spPr>
          <a:xfrm rot="5400000" flipH="1">
            <a:off x="8154035" y="2364740"/>
            <a:ext cx="5589905" cy="2401570"/>
          </a:xfrm>
          <a:prstGeom prst="rect">
            <a:avLst/>
          </a:prstGeom>
        </p:spPr>
      </p:pic>
      <p:sp>
        <p:nvSpPr>
          <p:cNvPr id="12" name="Shape 4"/>
          <p:cNvSpPr/>
          <p:nvPr/>
        </p:nvSpPr>
        <p:spPr>
          <a:xfrm>
            <a:off x="8780445" y="770854"/>
            <a:ext cx="1141923" cy="723293"/>
          </a:xfrm>
          <a:custGeom>
            <a:avLst/>
            <a:gdLst/>
            <a:ahLst/>
            <a:cxnLst/>
            <a:rect l="l" t="t" r="r" b="b"/>
            <a:pathLst>
              <a:path w="1141923" h="723293">
                <a:moveTo>
                  <a:pt x="50838" y="25788"/>
                </a:moveTo>
                <a:cubicBezTo>
                  <a:pt x="50838" y="40086"/>
                  <a:pt x="39239" y="51676"/>
                  <a:pt x="24931" y="51676"/>
                </a:cubicBezTo>
                <a:cubicBezTo>
                  <a:pt x="10623" y="51676"/>
                  <a:pt x="-976" y="40086"/>
                  <a:pt x="-976" y="25788"/>
                </a:cubicBezTo>
                <a:cubicBezTo>
                  <a:pt x="-976" y="11490"/>
                  <a:pt x="10623" y="-101"/>
                  <a:pt x="24931" y="-101"/>
                </a:cubicBezTo>
                <a:cubicBezTo>
                  <a:pt x="39233" y="-108"/>
                  <a:pt x="50831" y="11473"/>
                  <a:pt x="50838" y="25763"/>
                </a:cubicBezTo>
                <a:cubicBezTo>
                  <a:pt x="50838" y="25772"/>
                  <a:pt x="50838" y="25780"/>
                  <a:pt x="50838" y="25788"/>
                </a:cubicBezTo>
                <a:close/>
                <a:moveTo>
                  <a:pt x="269068" y="25788"/>
                </a:moveTo>
                <a:cubicBezTo>
                  <a:pt x="269068" y="40086"/>
                  <a:pt x="257469" y="51676"/>
                  <a:pt x="243160" y="51676"/>
                </a:cubicBezTo>
                <a:cubicBezTo>
                  <a:pt x="228853" y="51676"/>
                  <a:pt x="217253" y="40086"/>
                  <a:pt x="217253" y="25788"/>
                </a:cubicBezTo>
                <a:cubicBezTo>
                  <a:pt x="217253" y="11490"/>
                  <a:pt x="228853" y="-101"/>
                  <a:pt x="243160" y="-101"/>
                </a:cubicBezTo>
                <a:cubicBezTo>
                  <a:pt x="257461" y="-84"/>
                  <a:pt x="269051" y="11497"/>
                  <a:pt x="269068" y="25788"/>
                </a:cubicBezTo>
                <a:close/>
                <a:moveTo>
                  <a:pt x="487237" y="25788"/>
                </a:moveTo>
                <a:cubicBezTo>
                  <a:pt x="487237" y="40086"/>
                  <a:pt x="475637" y="51676"/>
                  <a:pt x="461329" y="51676"/>
                </a:cubicBezTo>
                <a:cubicBezTo>
                  <a:pt x="447021" y="51676"/>
                  <a:pt x="435422" y="40086"/>
                  <a:pt x="435422" y="25788"/>
                </a:cubicBezTo>
                <a:cubicBezTo>
                  <a:pt x="435422" y="11490"/>
                  <a:pt x="447021" y="-101"/>
                  <a:pt x="461329" y="-101"/>
                </a:cubicBezTo>
                <a:cubicBezTo>
                  <a:pt x="475631" y="-108"/>
                  <a:pt x="487229" y="11473"/>
                  <a:pt x="487237" y="25763"/>
                </a:cubicBezTo>
                <a:cubicBezTo>
                  <a:pt x="487237" y="25772"/>
                  <a:pt x="487237" y="25780"/>
                  <a:pt x="487237" y="25788"/>
                </a:cubicBezTo>
                <a:close/>
                <a:moveTo>
                  <a:pt x="705466" y="25788"/>
                </a:moveTo>
                <a:cubicBezTo>
                  <a:pt x="705466" y="40086"/>
                  <a:pt x="693867" y="51676"/>
                  <a:pt x="679559" y="51676"/>
                </a:cubicBezTo>
                <a:cubicBezTo>
                  <a:pt x="665250" y="51676"/>
                  <a:pt x="653652" y="40086"/>
                  <a:pt x="653652" y="25788"/>
                </a:cubicBezTo>
                <a:cubicBezTo>
                  <a:pt x="653652" y="11490"/>
                  <a:pt x="665250" y="-101"/>
                  <a:pt x="679559" y="-101"/>
                </a:cubicBezTo>
                <a:cubicBezTo>
                  <a:pt x="693861" y="-108"/>
                  <a:pt x="705458" y="11473"/>
                  <a:pt x="705466" y="25763"/>
                </a:cubicBezTo>
                <a:cubicBezTo>
                  <a:pt x="705466" y="25772"/>
                  <a:pt x="705466" y="25780"/>
                  <a:pt x="705466" y="25788"/>
                </a:cubicBezTo>
                <a:close/>
                <a:moveTo>
                  <a:pt x="923695" y="25788"/>
                </a:moveTo>
                <a:cubicBezTo>
                  <a:pt x="923695" y="40086"/>
                  <a:pt x="912096" y="51676"/>
                  <a:pt x="897788" y="51676"/>
                </a:cubicBezTo>
                <a:cubicBezTo>
                  <a:pt x="883481" y="51676"/>
                  <a:pt x="871881" y="40086"/>
                  <a:pt x="871881" y="25788"/>
                </a:cubicBezTo>
                <a:cubicBezTo>
                  <a:pt x="871881" y="11490"/>
                  <a:pt x="883481" y="-101"/>
                  <a:pt x="897788" y="-101"/>
                </a:cubicBezTo>
                <a:cubicBezTo>
                  <a:pt x="912090" y="-108"/>
                  <a:pt x="923688" y="11473"/>
                  <a:pt x="923695" y="25763"/>
                </a:cubicBezTo>
                <a:cubicBezTo>
                  <a:pt x="923695" y="25772"/>
                  <a:pt x="923695" y="25780"/>
                  <a:pt x="923695" y="25788"/>
                </a:cubicBezTo>
                <a:close/>
                <a:moveTo>
                  <a:pt x="1141923" y="25788"/>
                </a:moveTo>
                <a:cubicBezTo>
                  <a:pt x="1141923" y="40086"/>
                  <a:pt x="1130324" y="51676"/>
                  <a:pt x="1116016" y="51676"/>
                </a:cubicBezTo>
                <a:cubicBezTo>
                  <a:pt x="1101708" y="51676"/>
                  <a:pt x="1090109" y="40086"/>
                  <a:pt x="1090109" y="25788"/>
                </a:cubicBezTo>
                <a:cubicBezTo>
                  <a:pt x="1090109" y="11490"/>
                  <a:pt x="1101708" y="-101"/>
                  <a:pt x="1116016" y="-101"/>
                </a:cubicBezTo>
                <a:cubicBezTo>
                  <a:pt x="1130316" y="-84"/>
                  <a:pt x="1141907" y="11497"/>
                  <a:pt x="1141923" y="25788"/>
                </a:cubicBezTo>
                <a:close/>
                <a:moveTo>
                  <a:pt x="50838" y="193692"/>
                </a:moveTo>
                <a:cubicBezTo>
                  <a:pt x="50838" y="207990"/>
                  <a:pt x="39239" y="219580"/>
                  <a:pt x="24931" y="219580"/>
                </a:cubicBezTo>
                <a:cubicBezTo>
                  <a:pt x="10623" y="219580"/>
                  <a:pt x="-976" y="207990"/>
                  <a:pt x="-976" y="193692"/>
                </a:cubicBezTo>
                <a:cubicBezTo>
                  <a:pt x="-976" y="179394"/>
                  <a:pt x="10623" y="167803"/>
                  <a:pt x="24931" y="167803"/>
                </a:cubicBezTo>
                <a:cubicBezTo>
                  <a:pt x="39233" y="167796"/>
                  <a:pt x="50831" y="179377"/>
                  <a:pt x="50838" y="193668"/>
                </a:cubicBezTo>
                <a:cubicBezTo>
                  <a:pt x="50838" y="193676"/>
                  <a:pt x="50838" y="193684"/>
                  <a:pt x="50838" y="193692"/>
                </a:cubicBezTo>
                <a:close/>
                <a:moveTo>
                  <a:pt x="269068" y="193692"/>
                </a:moveTo>
                <a:cubicBezTo>
                  <a:pt x="269068" y="207990"/>
                  <a:pt x="257469" y="219580"/>
                  <a:pt x="243160" y="219580"/>
                </a:cubicBezTo>
                <a:cubicBezTo>
                  <a:pt x="228853" y="219580"/>
                  <a:pt x="217253" y="207990"/>
                  <a:pt x="217253" y="193692"/>
                </a:cubicBezTo>
                <a:cubicBezTo>
                  <a:pt x="217253" y="179394"/>
                  <a:pt x="228853" y="167803"/>
                  <a:pt x="243160" y="167803"/>
                </a:cubicBezTo>
                <a:cubicBezTo>
                  <a:pt x="257461" y="167820"/>
                  <a:pt x="269051" y="179401"/>
                  <a:pt x="269068" y="193692"/>
                </a:cubicBezTo>
                <a:close/>
                <a:moveTo>
                  <a:pt x="487237" y="193692"/>
                </a:moveTo>
                <a:cubicBezTo>
                  <a:pt x="487237" y="207990"/>
                  <a:pt x="475637" y="219580"/>
                  <a:pt x="461329" y="219580"/>
                </a:cubicBezTo>
                <a:cubicBezTo>
                  <a:pt x="447021" y="219580"/>
                  <a:pt x="435422" y="207990"/>
                  <a:pt x="435422" y="193692"/>
                </a:cubicBezTo>
                <a:cubicBezTo>
                  <a:pt x="435422" y="179394"/>
                  <a:pt x="447021" y="167803"/>
                  <a:pt x="461329" y="167803"/>
                </a:cubicBezTo>
                <a:cubicBezTo>
                  <a:pt x="475631" y="167796"/>
                  <a:pt x="487229" y="179377"/>
                  <a:pt x="487237" y="193668"/>
                </a:cubicBezTo>
                <a:cubicBezTo>
                  <a:pt x="487237" y="193676"/>
                  <a:pt x="487237" y="193684"/>
                  <a:pt x="487237" y="193692"/>
                </a:cubicBezTo>
                <a:close/>
                <a:moveTo>
                  <a:pt x="705466" y="193692"/>
                </a:moveTo>
                <a:cubicBezTo>
                  <a:pt x="705466" y="207990"/>
                  <a:pt x="693867" y="219580"/>
                  <a:pt x="679559" y="219580"/>
                </a:cubicBezTo>
                <a:cubicBezTo>
                  <a:pt x="665250" y="219580"/>
                  <a:pt x="653652" y="207990"/>
                  <a:pt x="653652" y="193692"/>
                </a:cubicBezTo>
                <a:cubicBezTo>
                  <a:pt x="653652" y="179394"/>
                  <a:pt x="665250" y="167803"/>
                  <a:pt x="679559" y="167803"/>
                </a:cubicBezTo>
                <a:cubicBezTo>
                  <a:pt x="693861" y="167796"/>
                  <a:pt x="705458" y="179377"/>
                  <a:pt x="705466" y="193668"/>
                </a:cubicBezTo>
                <a:cubicBezTo>
                  <a:pt x="705466" y="193676"/>
                  <a:pt x="705466" y="193684"/>
                  <a:pt x="705466" y="193692"/>
                </a:cubicBezTo>
                <a:close/>
                <a:moveTo>
                  <a:pt x="923695" y="193692"/>
                </a:moveTo>
                <a:cubicBezTo>
                  <a:pt x="923695" y="207990"/>
                  <a:pt x="912096" y="219580"/>
                  <a:pt x="897788" y="219580"/>
                </a:cubicBezTo>
                <a:cubicBezTo>
                  <a:pt x="883481" y="219580"/>
                  <a:pt x="871881" y="207990"/>
                  <a:pt x="871881" y="193692"/>
                </a:cubicBezTo>
                <a:cubicBezTo>
                  <a:pt x="871881" y="179394"/>
                  <a:pt x="883481" y="167803"/>
                  <a:pt x="897788" y="167803"/>
                </a:cubicBezTo>
                <a:cubicBezTo>
                  <a:pt x="912090" y="167796"/>
                  <a:pt x="923688" y="179377"/>
                  <a:pt x="923695" y="193668"/>
                </a:cubicBezTo>
                <a:cubicBezTo>
                  <a:pt x="923695" y="193676"/>
                  <a:pt x="923695" y="193684"/>
                  <a:pt x="923695" y="193692"/>
                </a:cubicBezTo>
                <a:close/>
                <a:moveTo>
                  <a:pt x="1141923" y="193692"/>
                </a:moveTo>
                <a:cubicBezTo>
                  <a:pt x="1141923" y="207990"/>
                  <a:pt x="1130324" y="219580"/>
                  <a:pt x="1116016" y="219580"/>
                </a:cubicBezTo>
                <a:cubicBezTo>
                  <a:pt x="1101708" y="219580"/>
                  <a:pt x="1090109" y="207990"/>
                  <a:pt x="1090109" y="193692"/>
                </a:cubicBezTo>
                <a:cubicBezTo>
                  <a:pt x="1090109" y="179394"/>
                  <a:pt x="1101708" y="167803"/>
                  <a:pt x="1116016" y="167803"/>
                </a:cubicBezTo>
                <a:cubicBezTo>
                  <a:pt x="1130316" y="167820"/>
                  <a:pt x="1141907" y="179401"/>
                  <a:pt x="1141923" y="193692"/>
                </a:cubicBezTo>
                <a:close/>
                <a:moveTo>
                  <a:pt x="50838" y="361596"/>
                </a:moveTo>
                <a:cubicBezTo>
                  <a:pt x="50838" y="375894"/>
                  <a:pt x="39239" y="387485"/>
                  <a:pt x="24931" y="387485"/>
                </a:cubicBezTo>
                <a:cubicBezTo>
                  <a:pt x="10623" y="387485"/>
                  <a:pt x="-976" y="375894"/>
                  <a:pt x="-976" y="361596"/>
                </a:cubicBezTo>
                <a:cubicBezTo>
                  <a:pt x="-976" y="347298"/>
                  <a:pt x="10623" y="335707"/>
                  <a:pt x="24931" y="335707"/>
                </a:cubicBezTo>
                <a:cubicBezTo>
                  <a:pt x="39233" y="335700"/>
                  <a:pt x="50831" y="347280"/>
                  <a:pt x="50838" y="361571"/>
                </a:cubicBezTo>
                <a:cubicBezTo>
                  <a:pt x="50838" y="361579"/>
                  <a:pt x="50838" y="361588"/>
                  <a:pt x="50838" y="361596"/>
                </a:cubicBezTo>
                <a:close/>
                <a:moveTo>
                  <a:pt x="269068" y="361596"/>
                </a:moveTo>
                <a:cubicBezTo>
                  <a:pt x="269068" y="375894"/>
                  <a:pt x="257469" y="387485"/>
                  <a:pt x="243160" y="387485"/>
                </a:cubicBezTo>
                <a:cubicBezTo>
                  <a:pt x="228853" y="387485"/>
                  <a:pt x="217253" y="375894"/>
                  <a:pt x="217253" y="361596"/>
                </a:cubicBezTo>
                <a:cubicBezTo>
                  <a:pt x="217253" y="347298"/>
                  <a:pt x="228853" y="335707"/>
                  <a:pt x="243160" y="335707"/>
                </a:cubicBezTo>
                <a:cubicBezTo>
                  <a:pt x="257461" y="335724"/>
                  <a:pt x="269051" y="347305"/>
                  <a:pt x="269068" y="361596"/>
                </a:cubicBezTo>
                <a:close/>
                <a:moveTo>
                  <a:pt x="487237" y="361596"/>
                </a:moveTo>
                <a:cubicBezTo>
                  <a:pt x="487237" y="375894"/>
                  <a:pt x="475637" y="387485"/>
                  <a:pt x="461329" y="387485"/>
                </a:cubicBezTo>
                <a:cubicBezTo>
                  <a:pt x="447021" y="387485"/>
                  <a:pt x="435422" y="375894"/>
                  <a:pt x="435422" y="361596"/>
                </a:cubicBezTo>
                <a:cubicBezTo>
                  <a:pt x="435422" y="347298"/>
                  <a:pt x="447021" y="335707"/>
                  <a:pt x="461329" y="335707"/>
                </a:cubicBezTo>
                <a:cubicBezTo>
                  <a:pt x="475631" y="335700"/>
                  <a:pt x="487229" y="347280"/>
                  <a:pt x="487237" y="361571"/>
                </a:cubicBezTo>
                <a:cubicBezTo>
                  <a:pt x="487237" y="361579"/>
                  <a:pt x="487237" y="361588"/>
                  <a:pt x="487237" y="361596"/>
                </a:cubicBezTo>
                <a:close/>
                <a:moveTo>
                  <a:pt x="705466" y="361596"/>
                </a:moveTo>
                <a:cubicBezTo>
                  <a:pt x="705466" y="375894"/>
                  <a:pt x="693867" y="387485"/>
                  <a:pt x="679559" y="387485"/>
                </a:cubicBezTo>
                <a:cubicBezTo>
                  <a:pt x="665250" y="387485"/>
                  <a:pt x="653652" y="375894"/>
                  <a:pt x="653652" y="361596"/>
                </a:cubicBezTo>
                <a:cubicBezTo>
                  <a:pt x="653652" y="347298"/>
                  <a:pt x="665250" y="335707"/>
                  <a:pt x="679559" y="335707"/>
                </a:cubicBezTo>
                <a:cubicBezTo>
                  <a:pt x="693861" y="335700"/>
                  <a:pt x="705458" y="347280"/>
                  <a:pt x="705466" y="361571"/>
                </a:cubicBezTo>
                <a:cubicBezTo>
                  <a:pt x="705466" y="361579"/>
                  <a:pt x="705466" y="361588"/>
                  <a:pt x="705466" y="361596"/>
                </a:cubicBezTo>
                <a:close/>
                <a:moveTo>
                  <a:pt x="923695" y="361596"/>
                </a:moveTo>
                <a:cubicBezTo>
                  <a:pt x="923695" y="375894"/>
                  <a:pt x="912096" y="387485"/>
                  <a:pt x="897788" y="387485"/>
                </a:cubicBezTo>
                <a:cubicBezTo>
                  <a:pt x="883481" y="387485"/>
                  <a:pt x="871881" y="375894"/>
                  <a:pt x="871881" y="361596"/>
                </a:cubicBezTo>
                <a:cubicBezTo>
                  <a:pt x="871881" y="347298"/>
                  <a:pt x="883481" y="335707"/>
                  <a:pt x="897788" y="335707"/>
                </a:cubicBezTo>
                <a:cubicBezTo>
                  <a:pt x="912090" y="335700"/>
                  <a:pt x="923688" y="347280"/>
                  <a:pt x="923695" y="361571"/>
                </a:cubicBezTo>
                <a:cubicBezTo>
                  <a:pt x="923695" y="361579"/>
                  <a:pt x="923695" y="361588"/>
                  <a:pt x="923695" y="361596"/>
                </a:cubicBezTo>
                <a:close/>
                <a:moveTo>
                  <a:pt x="1141923" y="361596"/>
                </a:moveTo>
                <a:cubicBezTo>
                  <a:pt x="1141923" y="375894"/>
                  <a:pt x="1130324" y="387485"/>
                  <a:pt x="1116016" y="387485"/>
                </a:cubicBezTo>
                <a:cubicBezTo>
                  <a:pt x="1101708" y="387485"/>
                  <a:pt x="1090109" y="375894"/>
                  <a:pt x="1090109" y="361596"/>
                </a:cubicBezTo>
                <a:cubicBezTo>
                  <a:pt x="1090109" y="347298"/>
                  <a:pt x="1101708" y="335707"/>
                  <a:pt x="1116016" y="335707"/>
                </a:cubicBezTo>
                <a:cubicBezTo>
                  <a:pt x="1130316" y="335724"/>
                  <a:pt x="1141907" y="347305"/>
                  <a:pt x="1141923" y="361596"/>
                </a:cubicBezTo>
                <a:close/>
                <a:moveTo>
                  <a:pt x="50838" y="529500"/>
                </a:moveTo>
                <a:cubicBezTo>
                  <a:pt x="50838" y="543798"/>
                  <a:pt x="39239" y="555389"/>
                  <a:pt x="24931" y="555389"/>
                </a:cubicBezTo>
                <a:cubicBezTo>
                  <a:pt x="10623" y="555389"/>
                  <a:pt x="-976" y="543798"/>
                  <a:pt x="-976" y="529500"/>
                </a:cubicBezTo>
                <a:cubicBezTo>
                  <a:pt x="-976" y="515202"/>
                  <a:pt x="10623" y="503612"/>
                  <a:pt x="24931" y="503612"/>
                </a:cubicBezTo>
                <a:cubicBezTo>
                  <a:pt x="39233" y="503605"/>
                  <a:pt x="50831" y="515184"/>
                  <a:pt x="50838" y="529475"/>
                </a:cubicBezTo>
                <a:cubicBezTo>
                  <a:pt x="50838" y="529484"/>
                  <a:pt x="50838" y="529492"/>
                  <a:pt x="50838" y="529500"/>
                </a:cubicBezTo>
                <a:close/>
                <a:moveTo>
                  <a:pt x="269068" y="529500"/>
                </a:moveTo>
                <a:cubicBezTo>
                  <a:pt x="269068" y="543798"/>
                  <a:pt x="257469" y="555389"/>
                  <a:pt x="243160" y="555389"/>
                </a:cubicBezTo>
                <a:cubicBezTo>
                  <a:pt x="228853" y="555389"/>
                  <a:pt x="217253" y="543798"/>
                  <a:pt x="217253" y="529500"/>
                </a:cubicBezTo>
                <a:cubicBezTo>
                  <a:pt x="217253" y="515202"/>
                  <a:pt x="228853" y="503612"/>
                  <a:pt x="243160" y="503612"/>
                </a:cubicBezTo>
                <a:cubicBezTo>
                  <a:pt x="257461" y="503629"/>
                  <a:pt x="269051" y="515209"/>
                  <a:pt x="269068" y="529500"/>
                </a:cubicBezTo>
                <a:close/>
                <a:moveTo>
                  <a:pt x="487237" y="529500"/>
                </a:moveTo>
                <a:cubicBezTo>
                  <a:pt x="487237" y="543798"/>
                  <a:pt x="475637" y="555389"/>
                  <a:pt x="461329" y="555389"/>
                </a:cubicBezTo>
                <a:cubicBezTo>
                  <a:pt x="447021" y="555389"/>
                  <a:pt x="435422" y="543798"/>
                  <a:pt x="435422" y="529500"/>
                </a:cubicBezTo>
                <a:cubicBezTo>
                  <a:pt x="435422" y="515202"/>
                  <a:pt x="447021" y="503612"/>
                  <a:pt x="461329" y="503612"/>
                </a:cubicBezTo>
                <a:cubicBezTo>
                  <a:pt x="475631" y="503605"/>
                  <a:pt x="487229" y="515184"/>
                  <a:pt x="487237" y="529475"/>
                </a:cubicBezTo>
                <a:cubicBezTo>
                  <a:pt x="487237" y="529484"/>
                  <a:pt x="487237" y="529492"/>
                  <a:pt x="487237" y="529500"/>
                </a:cubicBezTo>
                <a:close/>
                <a:moveTo>
                  <a:pt x="705466" y="529500"/>
                </a:moveTo>
                <a:cubicBezTo>
                  <a:pt x="705466" y="543798"/>
                  <a:pt x="693867" y="555389"/>
                  <a:pt x="679559" y="555389"/>
                </a:cubicBezTo>
                <a:cubicBezTo>
                  <a:pt x="665250" y="555389"/>
                  <a:pt x="653652" y="543798"/>
                  <a:pt x="653652" y="529500"/>
                </a:cubicBezTo>
                <a:cubicBezTo>
                  <a:pt x="653652" y="515202"/>
                  <a:pt x="665250" y="503612"/>
                  <a:pt x="679559" y="503612"/>
                </a:cubicBezTo>
                <a:cubicBezTo>
                  <a:pt x="693861" y="503605"/>
                  <a:pt x="705458" y="515184"/>
                  <a:pt x="705466" y="529475"/>
                </a:cubicBezTo>
                <a:cubicBezTo>
                  <a:pt x="705466" y="529484"/>
                  <a:pt x="705466" y="529492"/>
                  <a:pt x="705466" y="529500"/>
                </a:cubicBezTo>
                <a:close/>
                <a:moveTo>
                  <a:pt x="923695" y="529500"/>
                </a:moveTo>
                <a:cubicBezTo>
                  <a:pt x="923695" y="543798"/>
                  <a:pt x="912096" y="555389"/>
                  <a:pt x="897788" y="555389"/>
                </a:cubicBezTo>
                <a:cubicBezTo>
                  <a:pt x="883481" y="555389"/>
                  <a:pt x="871881" y="543798"/>
                  <a:pt x="871881" y="529500"/>
                </a:cubicBezTo>
                <a:cubicBezTo>
                  <a:pt x="871881" y="515202"/>
                  <a:pt x="883481" y="503612"/>
                  <a:pt x="897788" y="503612"/>
                </a:cubicBezTo>
                <a:cubicBezTo>
                  <a:pt x="912090" y="503605"/>
                  <a:pt x="923688" y="515184"/>
                  <a:pt x="923695" y="529475"/>
                </a:cubicBezTo>
                <a:cubicBezTo>
                  <a:pt x="923695" y="529484"/>
                  <a:pt x="923695" y="529492"/>
                  <a:pt x="923695" y="529500"/>
                </a:cubicBezTo>
                <a:close/>
                <a:moveTo>
                  <a:pt x="1141923" y="529500"/>
                </a:moveTo>
                <a:cubicBezTo>
                  <a:pt x="1141923" y="543798"/>
                  <a:pt x="1130324" y="555389"/>
                  <a:pt x="1116016" y="555389"/>
                </a:cubicBezTo>
                <a:cubicBezTo>
                  <a:pt x="1101708" y="555389"/>
                  <a:pt x="1090109" y="543798"/>
                  <a:pt x="1090109" y="529500"/>
                </a:cubicBezTo>
                <a:cubicBezTo>
                  <a:pt x="1090109" y="515202"/>
                  <a:pt x="1101708" y="503612"/>
                  <a:pt x="1116016" y="503612"/>
                </a:cubicBezTo>
                <a:cubicBezTo>
                  <a:pt x="1130316" y="503629"/>
                  <a:pt x="1141907" y="515209"/>
                  <a:pt x="1141923" y="529500"/>
                </a:cubicBezTo>
                <a:close/>
                <a:moveTo>
                  <a:pt x="50838" y="697404"/>
                </a:moveTo>
                <a:cubicBezTo>
                  <a:pt x="50838" y="711702"/>
                  <a:pt x="39239" y="723293"/>
                  <a:pt x="24931" y="723293"/>
                </a:cubicBezTo>
                <a:cubicBezTo>
                  <a:pt x="10623" y="723293"/>
                  <a:pt x="-976" y="711702"/>
                  <a:pt x="-976" y="697404"/>
                </a:cubicBezTo>
                <a:cubicBezTo>
                  <a:pt x="-976" y="683106"/>
                  <a:pt x="10623" y="671516"/>
                  <a:pt x="24931" y="671516"/>
                </a:cubicBezTo>
                <a:cubicBezTo>
                  <a:pt x="39233" y="671509"/>
                  <a:pt x="50831" y="683088"/>
                  <a:pt x="50838" y="697379"/>
                </a:cubicBezTo>
                <a:cubicBezTo>
                  <a:pt x="50838" y="697387"/>
                  <a:pt x="50838" y="697395"/>
                  <a:pt x="50838" y="697404"/>
                </a:cubicBezTo>
                <a:close/>
                <a:moveTo>
                  <a:pt x="269068" y="697404"/>
                </a:moveTo>
                <a:cubicBezTo>
                  <a:pt x="269068" y="711702"/>
                  <a:pt x="257469" y="723293"/>
                  <a:pt x="243160" y="723293"/>
                </a:cubicBezTo>
                <a:cubicBezTo>
                  <a:pt x="228853" y="723293"/>
                  <a:pt x="217253" y="711702"/>
                  <a:pt x="217253" y="697404"/>
                </a:cubicBezTo>
                <a:cubicBezTo>
                  <a:pt x="217253" y="683106"/>
                  <a:pt x="228853" y="671516"/>
                  <a:pt x="243160" y="671516"/>
                </a:cubicBezTo>
                <a:cubicBezTo>
                  <a:pt x="257461" y="671532"/>
                  <a:pt x="269051" y="683113"/>
                  <a:pt x="269068" y="697404"/>
                </a:cubicBezTo>
                <a:close/>
                <a:moveTo>
                  <a:pt x="487237" y="697404"/>
                </a:moveTo>
                <a:cubicBezTo>
                  <a:pt x="487237" y="711702"/>
                  <a:pt x="475637" y="723293"/>
                  <a:pt x="461329" y="723293"/>
                </a:cubicBezTo>
                <a:cubicBezTo>
                  <a:pt x="447021" y="723293"/>
                  <a:pt x="435422" y="711702"/>
                  <a:pt x="435422" y="697404"/>
                </a:cubicBezTo>
                <a:cubicBezTo>
                  <a:pt x="435422" y="683106"/>
                  <a:pt x="447021" y="671516"/>
                  <a:pt x="461329" y="671516"/>
                </a:cubicBezTo>
                <a:cubicBezTo>
                  <a:pt x="475631" y="671509"/>
                  <a:pt x="487229" y="683088"/>
                  <a:pt x="487237" y="697379"/>
                </a:cubicBezTo>
                <a:cubicBezTo>
                  <a:pt x="487237" y="697387"/>
                  <a:pt x="487237" y="697395"/>
                  <a:pt x="487237" y="697404"/>
                </a:cubicBezTo>
                <a:close/>
                <a:moveTo>
                  <a:pt x="705466" y="697404"/>
                </a:moveTo>
                <a:cubicBezTo>
                  <a:pt x="705466" y="711702"/>
                  <a:pt x="693867" y="723293"/>
                  <a:pt x="679559" y="723293"/>
                </a:cubicBezTo>
                <a:cubicBezTo>
                  <a:pt x="665250" y="723293"/>
                  <a:pt x="653652" y="711702"/>
                  <a:pt x="653652" y="697404"/>
                </a:cubicBezTo>
                <a:cubicBezTo>
                  <a:pt x="653652" y="683106"/>
                  <a:pt x="665250" y="671516"/>
                  <a:pt x="679559" y="671516"/>
                </a:cubicBezTo>
                <a:cubicBezTo>
                  <a:pt x="693861" y="671509"/>
                  <a:pt x="705458" y="683088"/>
                  <a:pt x="705466" y="697379"/>
                </a:cubicBezTo>
                <a:cubicBezTo>
                  <a:pt x="705466" y="697387"/>
                  <a:pt x="705466" y="697395"/>
                  <a:pt x="705466" y="697404"/>
                </a:cubicBezTo>
                <a:close/>
                <a:moveTo>
                  <a:pt x="923695" y="697404"/>
                </a:moveTo>
                <a:cubicBezTo>
                  <a:pt x="923695" y="711702"/>
                  <a:pt x="912096" y="723293"/>
                  <a:pt x="897788" y="723293"/>
                </a:cubicBezTo>
                <a:cubicBezTo>
                  <a:pt x="883481" y="723293"/>
                  <a:pt x="871881" y="711702"/>
                  <a:pt x="871881" y="697404"/>
                </a:cubicBezTo>
                <a:cubicBezTo>
                  <a:pt x="871881" y="683106"/>
                  <a:pt x="883481" y="671516"/>
                  <a:pt x="897788" y="671516"/>
                </a:cubicBezTo>
                <a:cubicBezTo>
                  <a:pt x="912090" y="671509"/>
                  <a:pt x="923688" y="683088"/>
                  <a:pt x="923695" y="697379"/>
                </a:cubicBezTo>
                <a:cubicBezTo>
                  <a:pt x="923695" y="697387"/>
                  <a:pt x="923695" y="697395"/>
                  <a:pt x="923695" y="697404"/>
                </a:cubicBezTo>
                <a:close/>
                <a:moveTo>
                  <a:pt x="1141923" y="697404"/>
                </a:moveTo>
                <a:cubicBezTo>
                  <a:pt x="1141923" y="711702"/>
                  <a:pt x="1130324" y="723293"/>
                  <a:pt x="1116016" y="723293"/>
                </a:cubicBezTo>
                <a:cubicBezTo>
                  <a:pt x="1101708" y="723293"/>
                  <a:pt x="1090109" y="711702"/>
                  <a:pt x="1090109" y="697404"/>
                </a:cubicBezTo>
                <a:cubicBezTo>
                  <a:pt x="1090109" y="683106"/>
                  <a:pt x="1101708" y="671516"/>
                  <a:pt x="1116016" y="671516"/>
                </a:cubicBezTo>
                <a:cubicBezTo>
                  <a:pt x="1130316" y="671532"/>
                  <a:pt x="1141907" y="683113"/>
                  <a:pt x="1141923" y="697404"/>
                </a:cubicBezTo>
                <a:close/>
              </a:path>
            </a:pathLst>
          </a:custGeom>
          <a:solidFill>
            <a:srgbClr val="FFFFFF"/>
          </a:solidFill>
        </p:spPr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93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11-20:12:06-d3l4j5gs8jdo4os5ek7g.jpg"/>
          <p:cNvPicPr>
            <a:picLocks noChangeAspect="1"/>
          </p:cNvPicPr>
          <p:nvPr/>
        </p:nvPicPr>
        <p:blipFill>
          <a:blip r:embed="rId2"/>
          <a:srcRect l="45971" r="45971"/>
          <a:stretch>
            <a:fillRect/>
          </a:stretch>
        </p:blipFill>
        <p:spPr>
          <a:xfrm>
            <a:off x="0" y="0"/>
            <a:ext cx="431165" cy="685673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44220" y="379730"/>
            <a:ext cx="6604635" cy="606584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>
              <a:lnSpc>
                <a:spcPct val="130000"/>
              </a:lnSpc>
            </a:pPr>
            <a:r>
              <a:rPr lang="en-US" sz="2600" b="1" dirty="0">
                <a:solidFill>
                  <a:srgbClr val="00000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平台布局：双平台覆盖精准触达受众</a:t>
            </a:r>
            <a:endParaRPr lang="en-US" sz="1600" dirty="0"/>
          </a:p>
        </p:txBody>
      </p:sp>
      <p:pic>
        <p:nvPicPr>
          <p:cNvPr id="4" name="Image 1" descr="https://kimi-img.moonshot.cn/pub/slides/slides_tmpl/image/25-10-11-20:12:34-d3l4jcgs8jdo4os5eki0.jpeg"/>
          <p:cNvPicPr>
            <a:picLocks noChangeAspect="1"/>
          </p:cNvPicPr>
          <p:nvPr/>
        </p:nvPicPr>
        <p:blipFill>
          <a:blip r:embed="rId3"/>
          <a:srcRect l="30926" r="30926"/>
          <a:stretch>
            <a:fillRect/>
          </a:stretch>
        </p:blipFill>
        <p:spPr>
          <a:xfrm>
            <a:off x="6713220" y="0"/>
            <a:ext cx="5485130" cy="6858000"/>
          </a:xfrm>
          <a:prstGeom prst="rect">
            <a:avLst/>
          </a:prstGeom>
        </p:spPr>
      </p:pic>
      <p:sp>
        <p:nvSpPr>
          <p:cNvPr id="5" name="Text 1"/>
          <p:cNvSpPr/>
          <p:nvPr>
            <p:custDataLst>
              <p:tags r:id="rId4"/>
            </p:custDataLst>
          </p:nvPr>
        </p:nvSpPr>
        <p:spPr>
          <a:xfrm>
            <a:off x="757555" y="1075690"/>
            <a:ext cx="5176520" cy="420648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800" b="1" dirty="0">
                <a:solidFill>
                  <a:srgbClr val="3D59C2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抖音短视频平台</a:t>
            </a:r>
            <a:endParaRPr lang="en-US" sz="1600" dirty="0"/>
          </a:p>
        </p:txBody>
      </p:sp>
      <p:sp>
        <p:nvSpPr>
          <p:cNvPr id="6" name="Text 2"/>
          <p:cNvSpPr/>
          <p:nvPr>
            <p:custDataLst>
              <p:tags r:id="rId5"/>
            </p:custDataLst>
          </p:nvPr>
        </p:nvSpPr>
        <p:spPr>
          <a:xfrm>
            <a:off x="759460" y="1452245"/>
            <a:ext cx="5313680" cy="68873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40000"/>
              </a:lnSpc>
            </a:pPr>
            <a:r>
              <a:rPr lang="en-US" sz="1400" dirty="0">
                <a:solidFill>
                  <a:srgbClr val="00000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适合15-60秒创意短视频，依托算法推荐实现快速裂变传播，覆盖年轻用户群体，适合展示动态场景与产品使用体验。</a:t>
            </a:r>
            <a:endParaRPr lang="en-US" sz="1600" dirty="0"/>
          </a:p>
        </p:txBody>
      </p:sp>
      <p:sp>
        <p:nvSpPr>
          <p:cNvPr id="7" name="Text 3"/>
          <p:cNvSpPr/>
          <p:nvPr>
            <p:custDataLst>
              <p:tags r:id="rId6"/>
            </p:custDataLst>
          </p:nvPr>
        </p:nvSpPr>
        <p:spPr>
          <a:xfrm>
            <a:off x="744220" y="2902585"/>
            <a:ext cx="5176520" cy="420648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800" b="1" dirty="0">
                <a:solidFill>
                  <a:srgbClr val="3D59C2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小红书种草平台</a:t>
            </a:r>
            <a:endParaRPr lang="en-US" sz="1600" dirty="0"/>
          </a:p>
        </p:txBody>
      </p:sp>
      <p:sp>
        <p:nvSpPr>
          <p:cNvPr id="8" name="Text 4"/>
          <p:cNvSpPr/>
          <p:nvPr>
            <p:custDataLst>
              <p:tags r:id="rId7"/>
            </p:custDataLst>
          </p:nvPr>
        </p:nvSpPr>
        <p:spPr>
          <a:xfrm>
            <a:off x="744220" y="3291840"/>
            <a:ext cx="5328285" cy="69405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40000"/>
              </a:lnSpc>
            </a:pPr>
            <a:r>
              <a:rPr lang="en-US" sz="1400" dirty="0">
                <a:solidFill>
                  <a:srgbClr val="00000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适合深度种草图文内容，通过精美图文建立产品信任感与购买欲望，触达注重生活品质的</a:t>
            </a:r>
            <a:r>
              <a:rPr lang="zh-CN" altLang="en-US" sz="1400" dirty="0">
                <a:solidFill>
                  <a:srgbClr val="00000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年轻</a:t>
            </a:r>
            <a:r>
              <a:rPr lang="en-US" sz="1400" dirty="0">
                <a:solidFill>
                  <a:srgbClr val="00000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消费群体。</a:t>
            </a:r>
            <a:endParaRPr lang="en-US" sz="1600" dirty="0"/>
          </a:p>
        </p:txBody>
      </p:sp>
      <p:sp>
        <p:nvSpPr>
          <p:cNvPr id="9" name="Text 5"/>
          <p:cNvSpPr/>
          <p:nvPr>
            <p:custDataLst>
              <p:tags r:id="rId8"/>
            </p:custDataLst>
          </p:nvPr>
        </p:nvSpPr>
        <p:spPr>
          <a:xfrm>
            <a:off x="744220" y="4780280"/>
            <a:ext cx="5176520" cy="420648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800" b="1" dirty="0">
                <a:solidFill>
                  <a:srgbClr val="3D59C2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付费投流策略</a:t>
            </a:r>
            <a:endParaRPr lang="en-US" sz="1600" dirty="0"/>
          </a:p>
        </p:txBody>
      </p:sp>
      <p:sp>
        <p:nvSpPr>
          <p:cNvPr id="10" name="Text 6"/>
          <p:cNvSpPr/>
          <p:nvPr>
            <p:custDataLst>
              <p:tags r:id="rId9"/>
            </p:custDataLst>
          </p:nvPr>
        </p:nvSpPr>
        <p:spPr>
          <a:xfrm>
            <a:off x="751840" y="5169535"/>
            <a:ext cx="5321300" cy="68873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40000"/>
              </a:lnSpc>
            </a:pPr>
            <a:r>
              <a:rPr lang="en-US" sz="1400" dirty="0">
                <a:solidFill>
                  <a:srgbClr val="00000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企业在预热期与爆发期对优质内容进行付费投流支持，单条作品投流预算100元，助力达成5000万曝光量与100万互动总量目标。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93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11-20:12:06-d3l4j5gs8jdo4os5ek80.jpg"/>
          <p:cNvPicPr>
            <a:picLocks noChangeAspect="1"/>
          </p:cNvPicPr>
          <p:nvPr/>
        </p:nvPicPr>
        <p:blipFill>
          <a:blip r:embed="rId1"/>
          <a:srcRect l="291" r="29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10-11-20:12:02-d3l4j4gs8jdo4os5ek5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5090" y="1907540"/>
            <a:ext cx="6954520" cy="3042920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10-11-20:12:01-d3l4j48s8jdo4os5ek3g.png"/>
          <p:cNvPicPr>
            <a:picLocks noChangeAspect="1"/>
          </p:cNvPicPr>
          <p:nvPr/>
        </p:nvPicPr>
        <p:blipFill>
          <a:blip r:embed="rId3"/>
          <a:srcRect l="11182" r="-7512"/>
          <a:stretch>
            <a:fillRect/>
          </a:stretch>
        </p:blipFill>
        <p:spPr>
          <a:xfrm flipH="1">
            <a:off x="8853170" y="0"/>
            <a:ext cx="3338830" cy="6857365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2456180" y="3725545"/>
            <a:ext cx="7279640" cy="68834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algn="ctr">
              <a:lnSpc>
                <a:spcPct val="110000"/>
              </a:lnSpc>
            </a:pPr>
            <a:r>
              <a:rPr lang="en-US" sz="3200" dirty="0">
                <a:solidFill>
                  <a:srgbClr val="00000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风险管控与长效价值</a:t>
            </a:r>
            <a:endParaRPr lang="en-US" sz="1600" dirty="0"/>
          </a:p>
        </p:txBody>
      </p:sp>
      <p:sp>
        <p:nvSpPr>
          <p:cNvPr id="6" name="Text 1"/>
          <p:cNvSpPr/>
          <p:nvPr/>
        </p:nvSpPr>
        <p:spPr>
          <a:xfrm>
            <a:off x="4684395" y="2249805"/>
            <a:ext cx="2824480" cy="143383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algn="ctr">
              <a:lnSpc>
                <a:spcPct val="100000"/>
              </a:lnSpc>
            </a:pPr>
            <a:r>
              <a:rPr lang="en-US" sz="9600" dirty="0">
                <a:solidFill>
                  <a:srgbClr val="3D59C2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05</a:t>
            </a:r>
            <a:endParaRPr lang="en-US" sz="1600" dirty="0"/>
          </a:p>
        </p:txBody>
      </p:sp>
      <p:sp>
        <p:nvSpPr>
          <p:cNvPr id="7" name="Shape 2"/>
          <p:cNvSpPr/>
          <p:nvPr/>
        </p:nvSpPr>
        <p:spPr>
          <a:xfrm>
            <a:off x="3863975" y="2890520"/>
            <a:ext cx="1303655" cy="414655"/>
          </a:xfrm>
          <a:custGeom>
            <a:avLst/>
            <a:gdLst/>
            <a:ahLst/>
            <a:cxnLst/>
            <a:rect l="l" t="t" r="r" b="b"/>
            <a:pathLst>
              <a:path w="1303655" h="414655">
                <a:moveTo>
                  <a:pt x="286093" y="206786"/>
                </a:moveTo>
                <a:lnTo>
                  <a:pt x="80589" y="-150"/>
                </a:lnTo>
                <a:lnTo>
                  <a:pt x="-1448" y="82538"/>
                </a:lnTo>
                <a:lnTo>
                  <a:pt x="64310" y="148778"/>
                </a:lnTo>
                <a:lnTo>
                  <a:pt x="116498" y="207257"/>
                </a:lnTo>
                <a:lnTo>
                  <a:pt x="64310" y="265717"/>
                </a:lnTo>
                <a:lnTo>
                  <a:pt x="-1448" y="331958"/>
                </a:lnTo>
                <a:lnTo>
                  <a:pt x="80589" y="414655"/>
                </a:lnTo>
                <a:lnTo>
                  <a:pt x="286093" y="207719"/>
                </a:lnTo>
                <a:lnTo>
                  <a:pt x="285640" y="207248"/>
                </a:lnTo>
                <a:close/>
                <a:moveTo>
                  <a:pt x="625280" y="206786"/>
                </a:moveTo>
                <a:lnTo>
                  <a:pt x="419777" y="-150"/>
                </a:lnTo>
                <a:lnTo>
                  <a:pt x="337739" y="82538"/>
                </a:lnTo>
                <a:lnTo>
                  <a:pt x="403497" y="148778"/>
                </a:lnTo>
                <a:lnTo>
                  <a:pt x="455597" y="207257"/>
                </a:lnTo>
                <a:lnTo>
                  <a:pt x="403497" y="265717"/>
                </a:lnTo>
                <a:lnTo>
                  <a:pt x="337739" y="331958"/>
                </a:lnTo>
                <a:lnTo>
                  <a:pt x="419777" y="414655"/>
                </a:lnTo>
                <a:lnTo>
                  <a:pt x="625280" y="207719"/>
                </a:lnTo>
                <a:lnTo>
                  <a:pt x="624827" y="207248"/>
                </a:lnTo>
                <a:close/>
                <a:moveTo>
                  <a:pt x="964468" y="206786"/>
                </a:moveTo>
                <a:lnTo>
                  <a:pt x="758964" y="-150"/>
                </a:lnTo>
                <a:lnTo>
                  <a:pt x="676836" y="82538"/>
                </a:lnTo>
                <a:lnTo>
                  <a:pt x="742685" y="148778"/>
                </a:lnTo>
                <a:lnTo>
                  <a:pt x="794784" y="207257"/>
                </a:lnTo>
                <a:lnTo>
                  <a:pt x="742685" y="265717"/>
                </a:lnTo>
                <a:lnTo>
                  <a:pt x="676836" y="331958"/>
                </a:lnTo>
                <a:lnTo>
                  <a:pt x="758964" y="414655"/>
                </a:lnTo>
                <a:lnTo>
                  <a:pt x="964468" y="207719"/>
                </a:lnTo>
                <a:lnTo>
                  <a:pt x="964015" y="207248"/>
                </a:lnTo>
                <a:close/>
                <a:moveTo>
                  <a:pt x="1303655" y="206786"/>
                </a:moveTo>
                <a:lnTo>
                  <a:pt x="1098151" y="-150"/>
                </a:lnTo>
                <a:lnTo>
                  <a:pt x="1016024" y="82538"/>
                </a:lnTo>
                <a:lnTo>
                  <a:pt x="1081781" y="148778"/>
                </a:lnTo>
                <a:lnTo>
                  <a:pt x="1133970" y="207257"/>
                </a:lnTo>
                <a:lnTo>
                  <a:pt x="1081781" y="265717"/>
                </a:lnTo>
                <a:lnTo>
                  <a:pt x="1016024" y="331958"/>
                </a:lnTo>
                <a:lnTo>
                  <a:pt x="1098151" y="414655"/>
                </a:lnTo>
                <a:lnTo>
                  <a:pt x="1303655" y="207719"/>
                </a:lnTo>
                <a:lnTo>
                  <a:pt x="1303111" y="207248"/>
                </a:lnTo>
                <a:close/>
              </a:path>
            </a:pathLst>
          </a:custGeom>
          <a:solidFill>
            <a:srgbClr val="3D59C2"/>
          </a:solidFill>
        </p:spPr>
      </p:sp>
      <p:sp>
        <p:nvSpPr>
          <p:cNvPr id="8" name="Shape 3"/>
          <p:cNvSpPr/>
          <p:nvPr/>
        </p:nvSpPr>
        <p:spPr>
          <a:xfrm flipH="1">
            <a:off x="6957060" y="2890520"/>
            <a:ext cx="1303655" cy="414655"/>
          </a:xfrm>
          <a:custGeom>
            <a:avLst/>
            <a:gdLst/>
            <a:ahLst/>
            <a:cxnLst/>
            <a:rect l="l" t="t" r="r" b="b"/>
            <a:pathLst>
              <a:path w="1303655" h="414655">
                <a:moveTo>
                  <a:pt x="286093" y="206786"/>
                </a:moveTo>
                <a:lnTo>
                  <a:pt x="80589" y="-150"/>
                </a:lnTo>
                <a:lnTo>
                  <a:pt x="-1448" y="82538"/>
                </a:lnTo>
                <a:lnTo>
                  <a:pt x="64310" y="148778"/>
                </a:lnTo>
                <a:lnTo>
                  <a:pt x="116498" y="207257"/>
                </a:lnTo>
                <a:lnTo>
                  <a:pt x="64310" y="265717"/>
                </a:lnTo>
                <a:lnTo>
                  <a:pt x="-1448" y="331958"/>
                </a:lnTo>
                <a:lnTo>
                  <a:pt x="80589" y="414655"/>
                </a:lnTo>
                <a:lnTo>
                  <a:pt x="286093" y="207719"/>
                </a:lnTo>
                <a:lnTo>
                  <a:pt x="285640" y="207248"/>
                </a:lnTo>
                <a:close/>
                <a:moveTo>
                  <a:pt x="625280" y="206786"/>
                </a:moveTo>
                <a:lnTo>
                  <a:pt x="419777" y="-150"/>
                </a:lnTo>
                <a:lnTo>
                  <a:pt x="337739" y="82538"/>
                </a:lnTo>
                <a:lnTo>
                  <a:pt x="403497" y="148778"/>
                </a:lnTo>
                <a:lnTo>
                  <a:pt x="455597" y="207257"/>
                </a:lnTo>
                <a:lnTo>
                  <a:pt x="403497" y="265717"/>
                </a:lnTo>
                <a:lnTo>
                  <a:pt x="337739" y="331958"/>
                </a:lnTo>
                <a:lnTo>
                  <a:pt x="419777" y="414655"/>
                </a:lnTo>
                <a:lnTo>
                  <a:pt x="625280" y="207719"/>
                </a:lnTo>
                <a:lnTo>
                  <a:pt x="624827" y="207248"/>
                </a:lnTo>
                <a:close/>
                <a:moveTo>
                  <a:pt x="964468" y="206786"/>
                </a:moveTo>
                <a:lnTo>
                  <a:pt x="758964" y="-150"/>
                </a:lnTo>
                <a:lnTo>
                  <a:pt x="676836" y="82538"/>
                </a:lnTo>
                <a:lnTo>
                  <a:pt x="742685" y="148778"/>
                </a:lnTo>
                <a:lnTo>
                  <a:pt x="794784" y="207257"/>
                </a:lnTo>
                <a:lnTo>
                  <a:pt x="742685" y="265717"/>
                </a:lnTo>
                <a:lnTo>
                  <a:pt x="676836" y="331958"/>
                </a:lnTo>
                <a:lnTo>
                  <a:pt x="758964" y="414655"/>
                </a:lnTo>
                <a:lnTo>
                  <a:pt x="964468" y="207719"/>
                </a:lnTo>
                <a:lnTo>
                  <a:pt x="964015" y="207248"/>
                </a:lnTo>
                <a:close/>
                <a:moveTo>
                  <a:pt x="1303655" y="206786"/>
                </a:moveTo>
                <a:lnTo>
                  <a:pt x="1098151" y="-150"/>
                </a:lnTo>
                <a:lnTo>
                  <a:pt x="1016024" y="82538"/>
                </a:lnTo>
                <a:lnTo>
                  <a:pt x="1081781" y="148778"/>
                </a:lnTo>
                <a:lnTo>
                  <a:pt x="1133970" y="207257"/>
                </a:lnTo>
                <a:lnTo>
                  <a:pt x="1081781" y="265717"/>
                </a:lnTo>
                <a:lnTo>
                  <a:pt x="1016024" y="331958"/>
                </a:lnTo>
                <a:lnTo>
                  <a:pt x="1098151" y="414655"/>
                </a:lnTo>
                <a:lnTo>
                  <a:pt x="1303655" y="207719"/>
                </a:lnTo>
                <a:lnTo>
                  <a:pt x="1303111" y="207248"/>
                </a:lnTo>
                <a:close/>
              </a:path>
            </a:pathLst>
          </a:custGeom>
          <a:solidFill>
            <a:srgbClr val="3D59C2"/>
          </a:solidFill>
        </p:spPr>
      </p:sp>
      <p:pic>
        <p:nvPicPr>
          <p:cNvPr id="9" name="Image 3" descr="https://kimi-img.moonshot.cn/pub/slides/slides_tmpl/image/25-10-11-20:12:01-d3l4j48s8jdo4os5ek3g.png"/>
          <p:cNvPicPr>
            <a:picLocks noChangeAspect="1"/>
          </p:cNvPicPr>
          <p:nvPr/>
        </p:nvPicPr>
        <p:blipFill>
          <a:blip r:embed="rId3"/>
          <a:srcRect l="11182" r="-7512"/>
          <a:stretch>
            <a:fillRect/>
          </a:stretch>
        </p:blipFill>
        <p:spPr>
          <a:xfrm>
            <a:off x="0" y="0"/>
            <a:ext cx="3338830" cy="6857365"/>
          </a:xfrm>
          <a:prstGeom prst="rect">
            <a:avLst/>
          </a:prstGeom>
        </p:spPr>
      </p:pic>
      <p:pic>
        <p:nvPicPr>
          <p:cNvPr id="10" name="Image 4" descr="https://kimi-img.moonshot.cn/pub/slides/slides_tmpl/image/25-10-11-20:12:02-d3l4j4gs8jdo4os5ek5g.png"/>
          <p:cNvPicPr>
            <a:picLocks noChangeAspect="1"/>
          </p:cNvPicPr>
          <p:nvPr/>
        </p:nvPicPr>
        <p:blipFill>
          <a:blip r:embed="rId4">
            <a:alphaModFix amt="38000"/>
          </a:blip>
          <a:stretch>
            <a:fillRect/>
          </a:stretch>
        </p:blipFill>
        <p:spPr>
          <a:xfrm rot="16200000">
            <a:off x="-1539875" y="2364740"/>
            <a:ext cx="5589905" cy="2401570"/>
          </a:xfrm>
          <a:prstGeom prst="rect">
            <a:avLst/>
          </a:prstGeom>
        </p:spPr>
      </p:pic>
      <p:pic>
        <p:nvPicPr>
          <p:cNvPr id="11" name="Image 5" descr="https://kimi-img.moonshot.cn/pub/slides/slides_tmpl/image/25-10-11-20:12:02-d3l4j4gs8jdo4os5ek5g.png"/>
          <p:cNvPicPr>
            <a:picLocks noChangeAspect="1"/>
          </p:cNvPicPr>
          <p:nvPr/>
        </p:nvPicPr>
        <p:blipFill>
          <a:blip r:embed="rId4">
            <a:alphaModFix amt="23000"/>
          </a:blip>
          <a:stretch>
            <a:fillRect/>
          </a:stretch>
        </p:blipFill>
        <p:spPr>
          <a:xfrm rot="5400000" flipH="1">
            <a:off x="8154035" y="2364740"/>
            <a:ext cx="5589905" cy="2401570"/>
          </a:xfrm>
          <a:prstGeom prst="rect">
            <a:avLst/>
          </a:prstGeom>
        </p:spPr>
      </p:pic>
      <p:sp>
        <p:nvSpPr>
          <p:cNvPr id="12" name="Shape 4"/>
          <p:cNvSpPr/>
          <p:nvPr/>
        </p:nvSpPr>
        <p:spPr>
          <a:xfrm>
            <a:off x="8780445" y="770854"/>
            <a:ext cx="1141923" cy="723293"/>
          </a:xfrm>
          <a:custGeom>
            <a:avLst/>
            <a:gdLst/>
            <a:ahLst/>
            <a:cxnLst/>
            <a:rect l="l" t="t" r="r" b="b"/>
            <a:pathLst>
              <a:path w="1141923" h="723293">
                <a:moveTo>
                  <a:pt x="50838" y="25788"/>
                </a:moveTo>
                <a:cubicBezTo>
                  <a:pt x="50838" y="40086"/>
                  <a:pt x="39239" y="51676"/>
                  <a:pt x="24931" y="51676"/>
                </a:cubicBezTo>
                <a:cubicBezTo>
                  <a:pt x="10623" y="51676"/>
                  <a:pt x="-976" y="40086"/>
                  <a:pt x="-976" y="25788"/>
                </a:cubicBezTo>
                <a:cubicBezTo>
                  <a:pt x="-976" y="11490"/>
                  <a:pt x="10623" y="-101"/>
                  <a:pt x="24931" y="-101"/>
                </a:cubicBezTo>
                <a:cubicBezTo>
                  <a:pt x="39233" y="-108"/>
                  <a:pt x="50831" y="11473"/>
                  <a:pt x="50838" y="25763"/>
                </a:cubicBezTo>
                <a:cubicBezTo>
                  <a:pt x="50838" y="25772"/>
                  <a:pt x="50838" y="25780"/>
                  <a:pt x="50838" y="25788"/>
                </a:cubicBezTo>
                <a:close/>
                <a:moveTo>
                  <a:pt x="269068" y="25788"/>
                </a:moveTo>
                <a:cubicBezTo>
                  <a:pt x="269068" y="40086"/>
                  <a:pt x="257469" y="51676"/>
                  <a:pt x="243160" y="51676"/>
                </a:cubicBezTo>
                <a:cubicBezTo>
                  <a:pt x="228853" y="51676"/>
                  <a:pt x="217253" y="40086"/>
                  <a:pt x="217253" y="25788"/>
                </a:cubicBezTo>
                <a:cubicBezTo>
                  <a:pt x="217253" y="11490"/>
                  <a:pt x="228853" y="-101"/>
                  <a:pt x="243160" y="-101"/>
                </a:cubicBezTo>
                <a:cubicBezTo>
                  <a:pt x="257461" y="-84"/>
                  <a:pt x="269051" y="11497"/>
                  <a:pt x="269068" y="25788"/>
                </a:cubicBezTo>
                <a:close/>
                <a:moveTo>
                  <a:pt x="487237" y="25788"/>
                </a:moveTo>
                <a:cubicBezTo>
                  <a:pt x="487237" y="40086"/>
                  <a:pt x="475637" y="51676"/>
                  <a:pt x="461329" y="51676"/>
                </a:cubicBezTo>
                <a:cubicBezTo>
                  <a:pt x="447021" y="51676"/>
                  <a:pt x="435422" y="40086"/>
                  <a:pt x="435422" y="25788"/>
                </a:cubicBezTo>
                <a:cubicBezTo>
                  <a:pt x="435422" y="11490"/>
                  <a:pt x="447021" y="-101"/>
                  <a:pt x="461329" y="-101"/>
                </a:cubicBezTo>
                <a:cubicBezTo>
                  <a:pt x="475631" y="-108"/>
                  <a:pt x="487229" y="11473"/>
                  <a:pt x="487237" y="25763"/>
                </a:cubicBezTo>
                <a:cubicBezTo>
                  <a:pt x="487237" y="25772"/>
                  <a:pt x="487237" y="25780"/>
                  <a:pt x="487237" y="25788"/>
                </a:cubicBezTo>
                <a:close/>
                <a:moveTo>
                  <a:pt x="705466" y="25788"/>
                </a:moveTo>
                <a:cubicBezTo>
                  <a:pt x="705466" y="40086"/>
                  <a:pt x="693867" y="51676"/>
                  <a:pt x="679559" y="51676"/>
                </a:cubicBezTo>
                <a:cubicBezTo>
                  <a:pt x="665250" y="51676"/>
                  <a:pt x="653652" y="40086"/>
                  <a:pt x="653652" y="25788"/>
                </a:cubicBezTo>
                <a:cubicBezTo>
                  <a:pt x="653652" y="11490"/>
                  <a:pt x="665250" y="-101"/>
                  <a:pt x="679559" y="-101"/>
                </a:cubicBezTo>
                <a:cubicBezTo>
                  <a:pt x="693861" y="-108"/>
                  <a:pt x="705458" y="11473"/>
                  <a:pt x="705466" y="25763"/>
                </a:cubicBezTo>
                <a:cubicBezTo>
                  <a:pt x="705466" y="25772"/>
                  <a:pt x="705466" y="25780"/>
                  <a:pt x="705466" y="25788"/>
                </a:cubicBezTo>
                <a:close/>
                <a:moveTo>
                  <a:pt x="923695" y="25788"/>
                </a:moveTo>
                <a:cubicBezTo>
                  <a:pt x="923695" y="40086"/>
                  <a:pt x="912096" y="51676"/>
                  <a:pt x="897788" y="51676"/>
                </a:cubicBezTo>
                <a:cubicBezTo>
                  <a:pt x="883481" y="51676"/>
                  <a:pt x="871881" y="40086"/>
                  <a:pt x="871881" y="25788"/>
                </a:cubicBezTo>
                <a:cubicBezTo>
                  <a:pt x="871881" y="11490"/>
                  <a:pt x="883481" y="-101"/>
                  <a:pt x="897788" y="-101"/>
                </a:cubicBezTo>
                <a:cubicBezTo>
                  <a:pt x="912090" y="-108"/>
                  <a:pt x="923688" y="11473"/>
                  <a:pt x="923695" y="25763"/>
                </a:cubicBezTo>
                <a:cubicBezTo>
                  <a:pt x="923695" y="25772"/>
                  <a:pt x="923695" y="25780"/>
                  <a:pt x="923695" y="25788"/>
                </a:cubicBezTo>
                <a:close/>
                <a:moveTo>
                  <a:pt x="1141923" y="25788"/>
                </a:moveTo>
                <a:cubicBezTo>
                  <a:pt x="1141923" y="40086"/>
                  <a:pt x="1130324" y="51676"/>
                  <a:pt x="1116016" y="51676"/>
                </a:cubicBezTo>
                <a:cubicBezTo>
                  <a:pt x="1101708" y="51676"/>
                  <a:pt x="1090109" y="40086"/>
                  <a:pt x="1090109" y="25788"/>
                </a:cubicBezTo>
                <a:cubicBezTo>
                  <a:pt x="1090109" y="11490"/>
                  <a:pt x="1101708" y="-101"/>
                  <a:pt x="1116016" y="-101"/>
                </a:cubicBezTo>
                <a:cubicBezTo>
                  <a:pt x="1130316" y="-84"/>
                  <a:pt x="1141907" y="11497"/>
                  <a:pt x="1141923" y="25788"/>
                </a:cubicBezTo>
                <a:close/>
                <a:moveTo>
                  <a:pt x="50838" y="193692"/>
                </a:moveTo>
                <a:cubicBezTo>
                  <a:pt x="50838" y="207990"/>
                  <a:pt x="39239" y="219580"/>
                  <a:pt x="24931" y="219580"/>
                </a:cubicBezTo>
                <a:cubicBezTo>
                  <a:pt x="10623" y="219580"/>
                  <a:pt x="-976" y="207990"/>
                  <a:pt x="-976" y="193692"/>
                </a:cubicBezTo>
                <a:cubicBezTo>
                  <a:pt x="-976" y="179394"/>
                  <a:pt x="10623" y="167803"/>
                  <a:pt x="24931" y="167803"/>
                </a:cubicBezTo>
                <a:cubicBezTo>
                  <a:pt x="39233" y="167796"/>
                  <a:pt x="50831" y="179377"/>
                  <a:pt x="50838" y="193668"/>
                </a:cubicBezTo>
                <a:cubicBezTo>
                  <a:pt x="50838" y="193676"/>
                  <a:pt x="50838" y="193684"/>
                  <a:pt x="50838" y="193692"/>
                </a:cubicBezTo>
                <a:close/>
                <a:moveTo>
                  <a:pt x="269068" y="193692"/>
                </a:moveTo>
                <a:cubicBezTo>
                  <a:pt x="269068" y="207990"/>
                  <a:pt x="257469" y="219580"/>
                  <a:pt x="243160" y="219580"/>
                </a:cubicBezTo>
                <a:cubicBezTo>
                  <a:pt x="228853" y="219580"/>
                  <a:pt x="217253" y="207990"/>
                  <a:pt x="217253" y="193692"/>
                </a:cubicBezTo>
                <a:cubicBezTo>
                  <a:pt x="217253" y="179394"/>
                  <a:pt x="228853" y="167803"/>
                  <a:pt x="243160" y="167803"/>
                </a:cubicBezTo>
                <a:cubicBezTo>
                  <a:pt x="257461" y="167820"/>
                  <a:pt x="269051" y="179401"/>
                  <a:pt x="269068" y="193692"/>
                </a:cubicBezTo>
                <a:close/>
                <a:moveTo>
                  <a:pt x="487237" y="193692"/>
                </a:moveTo>
                <a:cubicBezTo>
                  <a:pt x="487237" y="207990"/>
                  <a:pt x="475637" y="219580"/>
                  <a:pt x="461329" y="219580"/>
                </a:cubicBezTo>
                <a:cubicBezTo>
                  <a:pt x="447021" y="219580"/>
                  <a:pt x="435422" y="207990"/>
                  <a:pt x="435422" y="193692"/>
                </a:cubicBezTo>
                <a:cubicBezTo>
                  <a:pt x="435422" y="179394"/>
                  <a:pt x="447021" y="167803"/>
                  <a:pt x="461329" y="167803"/>
                </a:cubicBezTo>
                <a:cubicBezTo>
                  <a:pt x="475631" y="167796"/>
                  <a:pt x="487229" y="179377"/>
                  <a:pt x="487237" y="193668"/>
                </a:cubicBezTo>
                <a:cubicBezTo>
                  <a:pt x="487237" y="193676"/>
                  <a:pt x="487237" y="193684"/>
                  <a:pt x="487237" y="193692"/>
                </a:cubicBezTo>
                <a:close/>
                <a:moveTo>
                  <a:pt x="705466" y="193692"/>
                </a:moveTo>
                <a:cubicBezTo>
                  <a:pt x="705466" y="207990"/>
                  <a:pt x="693867" y="219580"/>
                  <a:pt x="679559" y="219580"/>
                </a:cubicBezTo>
                <a:cubicBezTo>
                  <a:pt x="665250" y="219580"/>
                  <a:pt x="653652" y="207990"/>
                  <a:pt x="653652" y="193692"/>
                </a:cubicBezTo>
                <a:cubicBezTo>
                  <a:pt x="653652" y="179394"/>
                  <a:pt x="665250" y="167803"/>
                  <a:pt x="679559" y="167803"/>
                </a:cubicBezTo>
                <a:cubicBezTo>
                  <a:pt x="693861" y="167796"/>
                  <a:pt x="705458" y="179377"/>
                  <a:pt x="705466" y="193668"/>
                </a:cubicBezTo>
                <a:cubicBezTo>
                  <a:pt x="705466" y="193676"/>
                  <a:pt x="705466" y="193684"/>
                  <a:pt x="705466" y="193692"/>
                </a:cubicBezTo>
                <a:close/>
                <a:moveTo>
                  <a:pt x="923695" y="193692"/>
                </a:moveTo>
                <a:cubicBezTo>
                  <a:pt x="923695" y="207990"/>
                  <a:pt x="912096" y="219580"/>
                  <a:pt x="897788" y="219580"/>
                </a:cubicBezTo>
                <a:cubicBezTo>
                  <a:pt x="883481" y="219580"/>
                  <a:pt x="871881" y="207990"/>
                  <a:pt x="871881" y="193692"/>
                </a:cubicBezTo>
                <a:cubicBezTo>
                  <a:pt x="871881" y="179394"/>
                  <a:pt x="883481" y="167803"/>
                  <a:pt x="897788" y="167803"/>
                </a:cubicBezTo>
                <a:cubicBezTo>
                  <a:pt x="912090" y="167796"/>
                  <a:pt x="923688" y="179377"/>
                  <a:pt x="923695" y="193668"/>
                </a:cubicBezTo>
                <a:cubicBezTo>
                  <a:pt x="923695" y="193676"/>
                  <a:pt x="923695" y="193684"/>
                  <a:pt x="923695" y="193692"/>
                </a:cubicBezTo>
                <a:close/>
                <a:moveTo>
                  <a:pt x="1141923" y="193692"/>
                </a:moveTo>
                <a:cubicBezTo>
                  <a:pt x="1141923" y="207990"/>
                  <a:pt x="1130324" y="219580"/>
                  <a:pt x="1116016" y="219580"/>
                </a:cubicBezTo>
                <a:cubicBezTo>
                  <a:pt x="1101708" y="219580"/>
                  <a:pt x="1090109" y="207990"/>
                  <a:pt x="1090109" y="193692"/>
                </a:cubicBezTo>
                <a:cubicBezTo>
                  <a:pt x="1090109" y="179394"/>
                  <a:pt x="1101708" y="167803"/>
                  <a:pt x="1116016" y="167803"/>
                </a:cubicBezTo>
                <a:cubicBezTo>
                  <a:pt x="1130316" y="167820"/>
                  <a:pt x="1141907" y="179401"/>
                  <a:pt x="1141923" y="193692"/>
                </a:cubicBezTo>
                <a:close/>
                <a:moveTo>
                  <a:pt x="50838" y="361596"/>
                </a:moveTo>
                <a:cubicBezTo>
                  <a:pt x="50838" y="375894"/>
                  <a:pt x="39239" y="387485"/>
                  <a:pt x="24931" y="387485"/>
                </a:cubicBezTo>
                <a:cubicBezTo>
                  <a:pt x="10623" y="387485"/>
                  <a:pt x="-976" y="375894"/>
                  <a:pt x="-976" y="361596"/>
                </a:cubicBezTo>
                <a:cubicBezTo>
                  <a:pt x="-976" y="347298"/>
                  <a:pt x="10623" y="335707"/>
                  <a:pt x="24931" y="335707"/>
                </a:cubicBezTo>
                <a:cubicBezTo>
                  <a:pt x="39233" y="335700"/>
                  <a:pt x="50831" y="347280"/>
                  <a:pt x="50838" y="361571"/>
                </a:cubicBezTo>
                <a:cubicBezTo>
                  <a:pt x="50838" y="361579"/>
                  <a:pt x="50838" y="361588"/>
                  <a:pt x="50838" y="361596"/>
                </a:cubicBezTo>
                <a:close/>
                <a:moveTo>
                  <a:pt x="269068" y="361596"/>
                </a:moveTo>
                <a:cubicBezTo>
                  <a:pt x="269068" y="375894"/>
                  <a:pt x="257469" y="387485"/>
                  <a:pt x="243160" y="387485"/>
                </a:cubicBezTo>
                <a:cubicBezTo>
                  <a:pt x="228853" y="387485"/>
                  <a:pt x="217253" y="375894"/>
                  <a:pt x="217253" y="361596"/>
                </a:cubicBezTo>
                <a:cubicBezTo>
                  <a:pt x="217253" y="347298"/>
                  <a:pt x="228853" y="335707"/>
                  <a:pt x="243160" y="335707"/>
                </a:cubicBezTo>
                <a:cubicBezTo>
                  <a:pt x="257461" y="335724"/>
                  <a:pt x="269051" y="347305"/>
                  <a:pt x="269068" y="361596"/>
                </a:cubicBezTo>
                <a:close/>
                <a:moveTo>
                  <a:pt x="487237" y="361596"/>
                </a:moveTo>
                <a:cubicBezTo>
                  <a:pt x="487237" y="375894"/>
                  <a:pt x="475637" y="387485"/>
                  <a:pt x="461329" y="387485"/>
                </a:cubicBezTo>
                <a:cubicBezTo>
                  <a:pt x="447021" y="387485"/>
                  <a:pt x="435422" y="375894"/>
                  <a:pt x="435422" y="361596"/>
                </a:cubicBezTo>
                <a:cubicBezTo>
                  <a:pt x="435422" y="347298"/>
                  <a:pt x="447021" y="335707"/>
                  <a:pt x="461329" y="335707"/>
                </a:cubicBezTo>
                <a:cubicBezTo>
                  <a:pt x="475631" y="335700"/>
                  <a:pt x="487229" y="347280"/>
                  <a:pt x="487237" y="361571"/>
                </a:cubicBezTo>
                <a:cubicBezTo>
                  <a:pt x="487237" y="361579"/>
                  <a:pt x="487237" y="361588"/>
                  <a:pt x="487237" y="361596"/>
                </a:cubicBezTo>
                <a:close/>
                <a:moveTo>
                  <a:pt x="705466" y="361596"/>
                </a:moveTo>
                <a:cubicBezTo>
                  <a:pt x="705466" y="375894"/>
                  <a:pt x="693867" y="387485"/>
                  <a:pt x="679559" y="387485"/>
                </a:cubicBezTo>
                <a:cubicBezTo>
                  <a:pt x="665250" y="387485"/>
                  <a:pt x="653652" y="375894"/>
                  <a:pt x="653652" y="361596"/>
                </a:cubicBezTo>
                <a:cubicBezTo>
                  <a:pt x="653652" y="347298"/>
                  <a:pt x="665250" y="335707"/>
                  <a:pt x="679559" y="335707"/>
                </a:cubicBezTo>
                <a:cubicBezTo>
                  <a:pt x="693861" y="335700"/>
                  <a:pt x="705458" y="347280"/>
                  <a:pt x="705466" y="361571"/>
                </a:cubicBezTo>
                <a:cubicBezTo>
                  <a:pt x="705466" y="361579"/>
                  <a:pt x="705466" y="361588"/>
                  <a:pt x="705466" y="361596"/>
                </a:cubicBezTo>
                <a:close/>
                <a:moveTo>
                  <a:pt x="923695" y="361596"/>
                </a:moveTo>
                <a:cubicBezTo>
                  <a:pt x="923695" y="375894"/>
                  <a:pt x="912096" y="387485"/>
                  <a:pt x="897788" y="387485"/>
                </a:cubicBezTo>
                <a:cubicBezTo>
                  <a:pt x="883481" y="387485"/>
                  <a:pt x="871881" y="375894"/>
                  <a:pt x="871881" y="361596"/>
                </a:cubicBezTo>
                <a:cubicBezTo>
                  <a:pt x="871881" y="347298"/>
                  <a:pt x="883481" y="335707"/>
                  <a:pt x="897788" y="335707"/>
                </a:cubicBezTo>
                <a:cubicBezTo>
                  <a:pt x="912090" y="335700"/>
                  <a:pt x="923688" y="347280"/>
                  <a:pt x="923695" y="361571"/>
                </a:cubicBezTo>
                <a:cubicBezTo>
                  <a:pt x="923695" y="361579"/>
                  <a:pt x="923695" y="361588"/>
                  <a:pt x="923695" y="361596"/>
                </a:cubicBezTo>
                <a:close/>
                <a:moveTo>
                  <a:pt x="1141923" y="361596"/>
                </a:moveTo>
                <a:cubicBezTo>
                  <a:pt x="1141923" y="375894"/>
                  <a:pt x="1130324" y="387485"/>
                  <a:pt x="1116016" y="387485"/>
                </a:cubicBezTo>
                <a:cubicBezTo>
                  <a:pt x="1101708" y="387485"/>
                  <a:pt x="1090109" y="375894"/>
                  <a:pt x="1090109" y="361596"/>
                </a:cubicBezTo>
                <a:cubicBezTo>
                  <a:pt x="1090109" y="347298"/>
                  <a:pt x="1101708" y="335707"/>
                  <a:pt x="1116016" y="335707"/>
                </a:cubicBezTo>
                <a:cubicBezTo>
                  <a:pt x="1130316" y="335724"/>
                  <a:pt x="1141907" y="347305"/>
                  <a:pt x="1141923" y="361596"/>
                </a:cubicBezTo>
                <a:close/>
                <a:moveTo>
                  <a:pt x="50838" y="529500"/>
                </a:moveTo>
                <a:cubicBezTo>
                  <a:pt x="50838" y="543798"/>
                  <a:pt x="39239" y="555389"/>
                  <a:pt x="24931" y="555389"/>
                </a:cubicBezTo>
                <a:cubicBezTo>
                  <a:pt x="10623" y="555389"/>
                  <a:pt x="-976" y="543798"/>
                  <a:pt x="-976" y="529500"/>
                </a:cubicBezTo>
                <a:cubicBezTo>
                  <a:pt x="-976" y="515202"/>
                  <a:pt x="10623" y="503612"/>
                  <a:pt x="24931" y="503612"/>
                </a:cubicBezTo>
                <a:cubicBezTo>
                  <a:pt x="39233" y="503605"/>
                  <a:pt x="50831" y="515184"/>
                  <a:pt x="50838" y="529475"/>
                </a:cubicBezTo>
                <a:cubicBezTo>
                  <a:pt x="50838" y="529484"/>
                  <a:pt x="50838" y="529492"/>
                  <a:pt x="50838" y="529500"/>
                </a:cubicBezTo>
                <a:close/>
                <a:moveTo>
                  <a:pt x="269068" y="529500"/>
                </a:moveTo>
                <a:cubicBezTo>
                  <a:pt x="269068" y="543798"/>
                  <a:pt x="257469" y="555389"/>
                  <a:pt x="243160" y="555389"/>
                </a:cubicBezTo>
                <a:cubicBezTo>
                  <a:pt x="228853" y="555389"/>
                  <a:pt x="217253" y="543798"/>
                  <a:pt x="217253" y="529500"/>
                </a:cubicBezTo>
                <a:cubicBezTo>
                  <a:pt x="217253" y="515202"/>
                  <a:pt x="228853" y="503612"/>
                  <a:pt x="243160" y="503612"/>
                </a:cubicBezTo>
                <a:cubicBezTo>
                  <a:pt x="257461" y="503629"/>
                  <a:pt x="269051" y="515209"/>
                  <a:pt x="269068" y="529500"/>
                </a:cubicBezTo>
                <a:close/>
                <a:moveTo>
                  <a:pt x="487237" y="529500"/>
                </a:moveTo>
                <a:cubicBezTo>
                  <a:pt x="487237" y="543798"/>
                  <a:pt x="475637" y="555389"/>
                  <a:pt x="461329" y="555389"/>
                </a:cubicBezTo>
                <a:cubicBezTo>
                  <a:pt x="447021" y="555389"/>
                  <a:pt x="435422" y="543798"/>
                  <a:pt x="435422" y="529500"/>
                </a:cubicBezTo>
                <a:cubicBezTo>
                  <a:pt x="435422" y="515202"/>
                  <a:pt x="447021" y="503612"/>
                  <a:pt x="461329" y="503612"/>
                </a:cubicBezTo>
                <a:cubicBezTo>
                  <a:pt x="475631" y="503605"/>
                  <a:pt x="487229" y="515184"/>
                  <a:pt x="487237" y="529475"/>
                </a:cubicBezTo>
                <a:cubicBezTo>
                  <a:pt x="487237" y="529484"/>
                  <a:pt x="487237" y="529492"/>
                  <a:pt x="487237" y="529500"/>
                </a:cubicBezTo>
                <a:close/>
                <a:moveTo>
                  <a:pt x="705466" y="529500"/>
                </a:moveTo>
                <a:cubicBezTo>
                  <a:pt x="705466" y="543798"/>
                  <a:pt x="693867" y="555389"/>
                  <a:pt x="679559" y="555389"/>
                </a:cubicBezTo>
                <a:cubicBezTo>
                  <a:pt x="665250" y="555389"/>
                  <a:pt x="653652" y="543798"/>
                  <a:pt x="653652" y="529500"/>
                </a:cubicBezTo>
                <a:cubicBezTo>
                  <a:pt x="653652" y="515202"/>
                  <a:pt x="665250" y="503612"/>
                  <a:pt x="679559" y="503612"/>
                </a:cubicBezTo>
                <a:cubicBezTo>
                  <a:pt x="693861" y="503605"/>
                  <a:pt x="705458" y="515184"/>
                  <a:pt x="705466" y="529475"/>
                </a:cubicBezTo>
                <a:cubicBezTo>
                  <a:pt x="705466" y="529484"/>
                  <a:pt x="705466" y="529492"/>
                  <a:pt x="705466" y="529500"/>
                </a:cubicBezTo>
                <a:close/>
                <a:moveTo>
                  <a:pt x="923695" y="529500"/>
                </a:moveTo>
                <a:cubicBezTo>
                  <a:pt x="923695" y="543798"/>
                  <a:pt x="912096" y="555389"/>
                  <a:pt x="897788" y="555389"/>
                </a:cubicBezTo>
                <a:cubicBezTo>
                  <a:pt x="883481" y="555389"/>
                  <a:pt x="871881" y="543798"/>
                  <a:pt x="871881" y="529500"/>
                </a:cubicBezTo>
                <a:cubicBezTo>
                  <a:pt x="871881" y="515202"/>
                  <a:pt x="883481" y="503612"/>
                  <a:pt x="897788" y="503612"/>
                </a:cubicBezTo>
                <a:cubicBezTo>
                  <a:pt x="912090" y="503605"/>
                  <a:pt x="923688" y="515184"/>
                  <a:pt x="923695" y="529475"/>
                </a:cubicBezTo>
                <a:cubicBezTo>
                  <a:pt x="923695" y="529484"/>
                  <a:pt x="923695" y="529492"/>
                  <a:pt x="923695" y="529500"/>
                </a:cubicBezTo>
                <a:close/>
                <a:moveTo>
                  <a:pt x="1141923" y="529500"/>
                </a:moveTo>
                <a:cubicBezTo>
                  <a:pt x="1141923" y="543798"/>
                  <a:pt x="1130324" y="555389"/>
                  <a:pt x="1116016" y="555389"/>
                </a:cubicBezTo>
                <a:cubicBezTo>
                  <a:pt x="1101708" y="555389"/>
                  <a:pt x="1090109" y="543798"/>
                  <a:pt x="1090109" y="529500"/>
                </a:cubicBezTo>
                <a:cubicBezTo>
                  <a:pt x="1090109" y="515202"/>
                  <a:pt x="1101708" y="503612"/>
                  <a:pt x="1116016" y="503612"/>
                </a:cubicBezTo>
                <a:cubicBezTo>
                  <a:pt x="1130316" y="503629"/>
                  <a:pt x="1141907" y="515209"/>
                  <a:pt x="1141923" y="529500"/>
                </a:cubicBezTo>
                <a:close/>
                <a:moveTo>
                  <a:pt x="50838" y="697404"/>
                </a:moveTo>
                <a:cubicBezTo>
                  <a:pt x="50838" y="711702"/>
                  <a:pt x="39239" y="723293"/>
                  <a:pt x="24931" y="723293"/>
                </a:cubicBezTo>
                <a:cubicBezTo>
                  <a:pt x="10623" y="723293"/>
                  <a:pt x="-976" y="711702"/>
                  <a:pt x="-976" y="697404"/>
                </a:cubicBezTo>
                <a:cubicBezTo>
                  <a:pt x="-976" y="683106"/>
                  <a:pt x="10623" y="671516"/>
                  <a:pt x="24931" y="671516"/>
                </a:cubicBezTo>
                <a:cubicBezTo>
                  <a:pt x="39233" y="671509"/>
                  <a:pt x="50831" y="683088"/>
                  <a:pt x="50838" y="697379"/>
                </a:cubicBezTo>
                <a:cubicBezTo>
                  <a:pt x="50838" y="697387"/>
                  <a:pt x="50838" y="697395"/>
                  <a:pt x="50838" y="697404"/>
                </a:cubicBezTo>
                <a:close/>
                <a:moveTo>
                  <a:pt x="269068" y="697404"/>
                </a:moveTo>
                <a:cubicBezTo>
                  <a:pt x="269068" y="711702"/>
                  <a:pt x="257469" y="723293"/>
                  <a:pt x="243160" y="723293"/>
                </a:cubicBezTo>
                <a:cubicBezTo>
                  <a:pt x="228853" y="723293"/>
                  <a:pt x="217253" y="711702"/>
                  <a:pt x="217253" y="697404"/>
                </a:cubicBezTo>
                <a:cubicBezTo>
                  <a:pt x="217253" y="683106"/>
                  <a:pt x="228853" y="671516"/>
                  <a:pt x="243160" y="671516"/>
                </a:cubicBezTo>
                <a:cubicBezTo>
                  <a:pt x="257461" y="671532"/>
                  <a:pt x="269051" y="683113"/>
                  <a:pt x="269068" y="697404"/>
                </a:cubicBezTo>
                <a:close/>
                <a:moveTo>
                  <a:pt x="487237" y="697404"/>
                </a:moveTo>
                <a:cubicBezTo>
                  <a:pt x="487237" y="711702"/>
                  <a:pt x="475637" y="723293"/>
                  <a:pt x="461329" y="723293"/>
                </a:cubicBezTo>
                <a:cubicBezTo>
                  <a:pt x="447021" y="723293"/>
                  <a:pt x="435422" y="711702"/>
                  <a:pt x="435422" y="697404"/>
                </a:cubicBezTo>
                <a:cubicBezTo>
                  <a:pt x="435422" y="683106"/>
                  <a:pt x="447021" y="671516"/>
                  <a:pt x="461329" y="671516"/>
                </a:cubicBezTo>
                <a:cubicBezTo>
                  <a:pt x="475631" y="671509"/>
                  <a:pt x="487229" y="683088"/>
                  <a:pt x="487237" y="697379"/>
                </a:cubicBezTo>
                <a:cubicBezTo>
                  <a:pt x="487237" y="697387"/>
                  <a:pt x="487237" y="697395"/>
                  <a:pt x="487237" y="697404"/>
                </a:cubicBezTo>
                <a:close/>
                <a:moveTo>
                  <a:pt x="705466" y="697404"/>
                </a:moveTo>
                <a:cubicBezTo>
                  <a:pt x="705466" y="711702"/>
                  <a:pt x="693867" y="723293"/>
                  <a:pt x="679559" y="723293"/>
                </a:cubicBezTo>
                <a:cubicBezTo>
                  <a:pt x="665250" y="723293"/>
                  <a:pt x="653652" y="711702"/>
                  <a:pt x="653652" y="697404"/>
                </a:cubicBezTo>
                <a:cubicBezTo>
                  <a:pt x="653652" y="683106"/>
                  <a:pt x="665250" y="671516"/>
                  <a:pt x="679559" y="671516"/>
                </a:cubicBezTo>
                <a:cubicBezTo>
                  <a:pt x="693861" y="671509"/>
                  <a:pt x="705458" y="683088"/>
                  <a:pt x="705466" y="697379"/>
                </a:cubicBezTo>
                <a:cubicBezTo>
                  <a:pt x="705466" y="697387"/>
                  <a:pt x="705466" y="697395"/>
                  <a:pt x="705466" y="697404"/>
                </a:cubicBezTo>
                <a:close/>
                <a:moveTo>
                  <a:pt x="923695" y="697404"/>
                </a:moveTo>
                <a:cubicBezTo>
                  <a:pt x="923695" y="711702"/>
                  <a:pt x="912096" y="723293"/>
                  <a:pt x="897788" y="723293"/>
                </a:cubicBezTo>
                <a:cubicBezTo>
                  <a:pt x="883481" y="723293"/>
                  <a:pt x="871881" y="711702"/>
                  <a:pt x="871881" y="697404"/>
                </a:cubicBezTo>
                <a:cubicBezTo>
                  <a:pt x="871881" y="683106"/>
                  <a:pt x="883481" y="671516"/>
                  <a:pt x="897788" y="671516"/>
                </a:cubicBezTo>
                <a:cubicBezTo>
                  <a:pt x="912090" y="671509"/>
                  <a:pt x="923688" y="683088"/>
                  <a:pt x="923695" y="697379"/>
                </a:cubicBezTo>
                <a:cubicBezTo>
                  <a:pt x="923695" y="697387"/>
                  <a:pt x="923695" y="697395"/>
                  <a:pt x="923695" y="697404"/>
                </a:cubicBezTo>
                <a:close/>
                <a:moveTo>
                  <a:pt x="1141923" y="697404"/>
                </a:moveTo>
                <a:cubicBezTo>
                  <a:pt x="1141923" y="711702"/>
                  <a:pt x="1130324" y="723293"/>
                  <a:pt x="1116016" y="723293"/>
                </a:cubicBezTo>
                <a:cubicBezTo>
                  <a:pt x="1101708" y="723293"/>
                  <a:pt x="1090109" y="711702"/>
                  <a:pt x="1090109" y="697404"/>
                </a:cubicBezTo>
                <a:cubicBezTo>
                  <a:pt x="1090109" y="683106"/>
                  <a:pt x="1101708" y="671516"/>
                  <a:pt x="1116016" y="671516"/>
                </a:cubicBezTo>
                <a:cubicBezTo>
                  <a:pt x="1130316" y="671532"/>
                  <a:pt x="1141907" y="683113"/>
                  <a:pt x="1141923" y="697404"/>
                </a:cubicBezTo>
                <a:close/>
              </a:path>
            </a:pathLst>
          </a:custGeom>
          <a:solidFill>
            <a:srgbClr val="FFFFFF"/>
          </a:solidFill>
        </p:spPr>
      </p:sp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93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11-20:12:07-d3l4j5os8jdo4os5ek9g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 rot="16200000">
            <a:off x="5001895" y="-338455"/>
            <a:ext cx="2195195" cy="121983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1835" y="628650"/>
            <a:ext cx="6604635" cy="646271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00000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内容审核：建立双重把关机制</a:t>
            </a:r>
            <a:endParaRPr lang="en-US" sz="1600" dirty="0"/>
          </a:p>
        </p:txBody>
      </p:sp>
      <p:pic>
        <p:nvPicPr>
          <p:cNvPr id="4" name="Image 1" descr="https://kimi-img.moonshot.cn/pub/slides/slides_tmpl/image/25-10-11-20:12:35-d3l4jcos8jdo4os5ekk0.jpeg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rcRect t="5082" b="5082"/>
          <a:stretch>
            <a:fillRect/>
          </a:stretch>
        </p:blipFill>
        <p:spPr>
          <a:xfrm>
            <a:off x="4641850" y="4536440"/>
            <a:ext cx="3180080" cy="1762125"/>
          </a:xfrm>
          <a:prstGeom prst="rect">
            <a:avLst/>
          </a:prstGeom>
        </p:spPr>
      </p:pic>
      <p:pic>
        <p:nvPicPr>
          <p:cNvPr id="5" name="Image 2" descr="https://kimi-img.moonshot.cn/pub/slides/slides_tmpl/image/25-10-11-20:12:37-d3l4jd8s8jdo4os5ekl0.jpeg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rcRect l="144" r="144"/>
          <a:stretch>
            <a:fillRect/>
          </a:stretch>
        </p:blipFill>
        <p:spPr>
          <a:xfrm>
            <a:off x="854710" y="4569460"/>
            <a:ext cx="3162300" cy="1762125"/>
          </a:xfrm>
          <a:prstGeom prst="rect">
            <a:avLst/>
          </a:prstGeom>
        </p:spPr>
      </p:pic>
      <p:pic>
        <p:nvPicPr>
          <p:cNvPr id="6" name="Image 3" descr="https://kimi-img.moonshot.cn/pub/slides/slides_tmpl/image/25-10-11-20:12:37-d3l4jd8s8jdo4os5ekkg.jpeg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/>
          <a:srcRect t="8022" b="8022"/>
          <a:stretch>
            <a:fillRect/>
          </a:stretch>
        </p:blipFill>
        <p:spPr>
          <a:xfrm>
            <a:off x="8446770" y="4552315"/>
            <a:ext cx="3146425" cy="1762125"/>
          </a:xfrm>
          <a:prstGeom prst="rect">
            <a:avLst/>
          </a:prstGeom>
        </p:spPr>
      </p:pic>
      <p:pic>
        <p:nvPicPr>
          <p:cNvPr id="7" name="Image 4" descr="https://kimi-img.moonshot.cn/pub/slides/slides_tmpl/image/25-10-11-20:12:07-d3l4j5os8jdo4os5eka0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515600" y="615950"/>
            <a:ext cx="997585" cy="631190"/>
          </a:xfrm>
          <a:prstGeom prst="rect">
            <a:avLst/>
          </a:prstGeom>
        </p:spPr>
      </p:pic>
      <p:sp>
        <p:nvSpPr>
          <p:cNvPr id="8" name="Text 1"/>
          <p:cNvSpPr/>
          <p:nvPr>
            <p:custDataLst>
              <p:tags r:id="rId11"/>
            </p:custDataLst>
          </p:nvPr>
        </p:nvSpPr>
        <p:spPr>
          <a:xfrm>
            <a:off x="737235" y="1374140"/>
            <a:ext cx="3345180" cy="530384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3D59C2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主体责任划分</a:t>
            </a:r>
            <a:endParaRPr lang="en-US" sz="1600" dirty="0"/>
          </a:p>
        </p:txBody>
      </p:sp>
      <p:sp>
        <p:nvSpPr>
          <p:cNvPr id="9" name="Text 2"/>
          <p:cNvSpPr/>
          <p:nvPr>
            <p:custDataLst>
              <p:tags r:id="rId12"/>
            </p:custDataLst>
          </p:nvPr>
        </p:nvSpPr>
        <p:spPr>
          <a:xfrm>
            <a:off x="737235" y="2035175"/>
            <a:ext cx="3344545" cy="112395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60000"/>
              </a:lnSpc>
            </a:pPr>
            <a:r>
              <a:rPr lang="en-US" sz="1400" dirty="0">
                <a:solidFill>
                  <a:srgbClr val="00000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活动主体为各高校，学校</a:t>
            </a:r>
            <a:r>
              <a:rPr lang="zh-CN" altLang="en-US" sz="1400" dirty="0">
                <a:solidFill>
                  <a:srgbClr val="00000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为</a:t>
            </a:r>
            <a:r>
              <a:rPr lang="en-US" sz="1400" dirty="0">
                <a:solidFill>
                  <a:srgbClr val="00000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承担传播内容审核与监控的第一责任人角色，确保内容合规与品牌安全。</a:t>
            </a:r>
            <a:endParaRPr lang="en-US" sz="1600" dirty="0"/>
          </a:p>
        </p:txBody>
      </p:sp>
      <p:sp>
        <p:nvSpPr>
          <p:cNvPr id="10" name="Text 3"/>
          <p:cNvSpPr/>
          <p:nvPr>
            <p:custDataLst>
              <p:tags r:id="rId13"/>
            </p:custDataLst>
          </p:nvPr>
        </p:nvSpPr>
        <p:spPr>
          <a:xfrm>
            <a:off x="4542790" y="1374140"/>
            <a:ext cx="3345180" cy="530384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3D59C2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双重审核机制</a:t>
            </a:r>
            <a:endParaRPr lang="en-US" sz="1600" dirty="0"/>
          </a:p>
        </p:txBody>
      </p:sp>
      <p:sp>
        <p:nvSpPr>
          <p:cNvPr id="11" name="Text 4"/>
          <p:cNvSpPr/>
          <p:nvPr>
            <p:custDataLst>
              <p:tags r:id="rId14"/>
            </p:custDataLst>
          </p:nvPr>
        </p:nvSpPr>
        <p:spPr>
          <a:xfrm>
            <a:off x="4542790" y="2035175"/>
            <a:ext cx="3344545" cy="146875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60000"/>
              </a:lnSpc>
            </a:pPr>
            <a:r>
              <a:rPr lang="en-US" sz="1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MiSans" panose="00000500000000000000" pitchFamily="34" charset="-120"/>
              </a:rPr>
              <a:t>第一道为企业预审，确保内容符合品牌调性；第二道为平台发布后实时监控，学校</a:t>
            </a:r>
            <a:r>
              <a:rPr lang="zh-CN" altLang="en-US" sz="1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MiSans" panose="00000500000000000000" pitchFamily="34" charset="-120"/>
              </a:rPr>
              <a:t>和小组长要及时监控组员的短视频情况，</a:t>
            </a:r>
            <a:r>
              <a:rPr lang="en-US" sz="1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MiSans" panose="00000500000000000000" pitchFamily="34" charset="-120"/>
              </a:rPr>
              <a:t>第一时间处理不良内容。</a:t>
            </a:r>
            <a:endParaRPr lang="en-US" sz="16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Text 5"/>
          <p:cNvSpPr/>
          <p:nvPr>
            <p:custDataLst>
              <p:tags r:id="rId15"/>
            </p:custDataLst>
          </p:nvPr>
        </p:nvSpPr>
        <p:spPr>
          <a:xfrm>
            <a:off x="8352790" y="1374140"/>
            <a:ext cx="3345180" cy="530384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3D59C2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风险防控措施</a:t>
            </a:r>
            <a:endParaRPr lang="en-US" sz="1600" dirty="0"/>
          </a:p>
        </p:txBody>
      </p:sp>
      <p:sp>
        <p:nvSpPr>
          <p:cNvPr id="13" name="Text 6"/>
          <p:cNvSpPr/>
          <p:nvPr>
            <p:custDataLst>
              <p:tags r:id="rId16"/>
            </p:custDataLst>
          </p:nvPr>
        </p:nvSpPr>
        <p:spPr>
          <a:xfrm>
            <a:off x="8352790" y="2035175"/>
            <a:ext cx="3344545" cy="111537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60000"/>
              </a:lnSpc>
            </a:pPr>
            <a:r>
              <a:rPr lang="en-US" sz="1400" dirty="0">
                <a:solidFill>
                  <a:srgbClr val="00000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禁止恶搞、低俗、色情元素，确保作品积极向上，维护五粮液品牌形象与高校社会声誉，防范舆情风险。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93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11-20:12:07-d3l4j5os8jdo4os5ek9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3391535" y="-1948815"/>
            <a:ext cx="5415280" cy="121983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642235" y="832485"/>
            <a:ext cx="6907530" cy="606584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lang="en-US" sz="2600" b="1" dirty="0">
                <a:solidFill>
                  <a:srgbClr val="00000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人才储备：挖掘潜力创作者建立合作</a:t>
            </a:r>
            <a:endParaRPr lang="en-US" sz="1600" dirty="0"/>
          </a:p>
        </p:txBody>
      </p:sp>
      <p:pic>
        <p:nvPicPr>
          <p:cNvPr id="4" name="Image 1" descr="https://kimi-img.moonshot.cn/pub/slides/slides_tmpl/image/25-10-11-20:12:00-d3l4j40s8jdo4os5ek20.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rcRect t="22249" b="22249"/>
          <a:stretch>
            <a:fillRect/>
          </a:stretch>
        </p:blipFill>
        <p:spPr>
          <a:xfrm>
            <a:off x="1303020" y="2698750"/>
            <a:ext cx="4114165" cy="656590"/>
          </a:xfrm>
          <a:prstGeom prst="rect">
            <a:avLst/>
          </a:prstGeom>
        </p:spPr>
      </p:pic>
      <p:pic>
        <p:nvPicPr>
          <p:cNvPr id="5" name="Image 2" descr="https://kimi-img.moonshot.cn/pub/slides/slides_tmpl/image/25-10-11-20:12:07-d3l4j5os8jdo4os5eka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17455" y="812165"/>
            <a:ext cx="997585" cy="631190"/>
          </a:xfrm>
          <a:prstGeom prst="rect">
            <a:avLst/>
          </a:prstGeom>
        </p:spPr>
      </p:pic>
      <p:pic>
        <p:nvPicPr>
          <p:cNvPr id="6" name="Image 3" descr="https://kimi-img.moonshot.cn/pub/slides/slides_tmpl/image/25-10-11-20:12:00-d3l4j40s8jdo4os5ek20.png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4"/>
          <a:srcRect t="22249" b="22249"/>
          <a:stretch>
            <a:fillRect/>
          </a:stretch>
        </p:blipFill>
        <p:spPr>
          <a:xfrm>
            <a:off x="6529705" y="2701925"/>
            <a:ext cx="4114165" cy="656590"/>
          </a:xfrm>
          <a:prstGeom prst="rect">
            <a:avLst/>
          </a:prstGeom>
        </p:spPr>
      </p:pic>
      <p:sp>
        <p:nvSpPr>
          <p:cNvPr id="7" name="Text 1"/>
          <p:cNvSpPr/>
          <p:nvPr>
            <p:custDataLst>
              <p:tags r:id="rId7"/>
            </p:custDataLst>
          </p:nvPr>
        </p:nvSpPr>
        <p:spPr>
          <a:xfrm>
            <a:off x="1414780" y="2695575"/>
            <a:ext cx="3829685" cy="579199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 algn="ctr">
              <a:lnSpc>
                <a:spcPct val="160000"/>
              </a:lnSpc>
            </a:pPr>
            <a:r>
              <a:rPr lang="en-US" sz="2000" b="1" dirty="0">
                <a:solidFill>
                  <a:srgbClr val="00000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人才孵化计划</a:t>
            </a:r>
            <a:endParaRPr lang="en-US" sz="1600" dirty="0"/>
          </a:p>
        </p:txBody>
      </p:sp>
      <p:sp>
        <p:nvSpPr>
          <p:cNvPr id="8" name="Text 2"/>
          <p:cNvSpPr/>
          <p:nvPr>
            <p:custDataLst>
              <p:tags r:id="rId8"/>
            </p:custDataLst>
          </p:nvPr>
        </p:nvSpPr>
        <p:spPr>
          <a:xfrm>
            <a:off x="1291590" y="3382010"/>
            <a:ext cx="4124960" cy="165195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60000"/>
              </a:lnSpc>
            </a:pPr>
            <a:r>
              <a:rPr lang="en-US" sz="16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活动结束后，企业将从优质创作者中筛选潜力人才，提供兼职聘请机会，岗位包括视频剪辑与主播实习，实现从参与者到合作者的身份转化。</a:t>
            </a:r>
            <a:endParaRPr lang="en-US" sz="1600" dirty="0"/>
          </a:p>
        </p:txBody>
      </p:sp>
      <p:sp>
        <p:nvSpPr>
          <p:cNvPr id="9" name="Text 3"/>
          <p:cNvSpPr/>
          <p:nvPr>
            <p:custDataLst>
              <p:tags r:id="rId9"/>
            </p:custDataLst>
          </p:nvPr>
        </p:nvSpPr>
        <p:spPr>
          <a:xfrm>
            <a:off x="6641465" y="2698750"/>
            <a:ext cx="3829685" cy="579199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 algn="ctr">
              <a:lnSpc>
                <a:spcPct val="160000"/>
              </a:lnSpc>
            </a:pPr>
            <a:r>
              <a:rPr lang="en-US" sz="2000" b="1" dirty="0">
                <a:solidFill>
                  <a:srgbClr val="00000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核心能力培养</a:t>
            </a:r>
            <a:endParaRPr lang="en-US" sz="1600" dirty="0"/>
          </a:p>
        </p:txBody>
      </p:sp>
      <p:sp>
        <p:nvSpPr>
          <p:cNvPr id="10" name="Text 4"/>
          <p:cNvSpPr/>
          <p:nvPr>
            <p:custDataLst>
              <p:tags r:id="rId10"/>
            </p:custDataLst>
          </p:nvPr>
        </p:nvSpPr>
        <p:spPr>
          <a:xfrm>
            <a:off x="6583680" y="3408680"/>
            <a:ext cx="4124960" cy="165195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60000"/>
              </a:lnSpc>
            </a:pPr>
            <a:r>
              <a:rPr lang="en-US" sz="16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大赛培养学生互联网运营实战能力、新媒体话题敏感度、内容创作与传播技巧，直接提升学生就业竞争力，实现校企合作的深层教育价值。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93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11-20:12:01-d3l4j48s8jdo4os5ek40.jpg"/>
          <p:cNvPicPr>
            <a:picLocks noChangeAspect="1"/>
          </p:cNvPicPr>
          <p:nvPr/>
        </p:nvPicPr>
        <p:blipFill>
          <a:blip r:embed="rId2"/>
          <a:srcRect t="62" b="62"/>
          <a:stretch>
            <a:fillRect/>
          </a:stretch>
        </p:blipFill>
        <p:spPr>
          <a:xfrm>
            <a:off x="0" y="0"/>
            <a:ext cx="12192635" cy="68586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0235" y="834390"/>
            <a:ext cx="8226425" cy="1458468"/>
          </a:xfrm>
          <a:prstGeom prst="rect">
            <a:avLst/>
          </a:prstGeom>
          <a:noFill/>
        </p:spPr>
        <p:txBody>
          <a:bodyPr wrap="square" lIns="99695" tIns="49784" rIns="99695" bIns="49784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88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THANK YOU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778828" y="2211070"/>
            <a:ext cx="6405880" cy="1129030"/>
          </a:xfrm>
          <a:prstGeom prst="rect">
            <a:avLst/>
          </a:prstGeom>
          <a:noFill/>
        </p:spPr>
        <p:txBody>
          <a:bodyPr wrap="square" lIns="99695" tIns="49784" rIns="99695" bIns="49784" rtlCol="0" anchor="t"/>
          <a:lstStyle/>
          <a:p>
            <a:pPr>
              <a:lnSpc>
                <a:spcPct val="100000"/>
              </a:lnSpc>
            </a:pPr>
            <a:r>
              <a:rPr lang="en-US" sz="66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感谢观看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10209195" y="4015704"/>
            <a:ext cx="1141923" cy="723293"/>
          </a:xfrm>
          <a:custGeom>
            <a:avLst/>
            <a:gdLst/>
            <a:ahLst/>
            <a:cxnLst/>
            <a:rect l="l" t="t" r="r" b="b"/>
            <a:pathLst>
              <a:path w="1141923" h="723293">
                <a:moveTo>
                  <a:pt x="50838" y="25788"/>
                </a:moveTo>
                <a:cubicBezTo>
                  <a:pt x="50838" y="40086"/>
                  <a:pt x="39239" y="51676"/>
                  <a:pt x="24931" y="51676"/>
                </a:cubicBezTo>
                <a:cubicBezTo>
                  <a:pt x="10623" y="51676"/>
                  <a:pt x="-976" y="40086"/>
                  <a:pt x="-976" y="25788"/>
                </a:cubicBezTo>
                <a:cubicBezTo>
                  <a:pt x="-976" y="11490"/>
                  <a:pt x="10623" y="-101"/>
                  <a:pt x="24931" y="-101"/>
                </a:cubicBezTo>
                <a:cubicBezTo>
                  <a:pt x="39233" y="-108"/>
                  <a:pt x="50831" y="11473"/>
                  <a:pt x="50838" y="25763"/>
                </a:cubicBezTo>
                <a:cubicBezTo>
                  <a:pt x="50838" y="25772"/>
                  <a:pt x="50838" y="25780"/>
                  <a:pt x="50838" y="25788"/>
                </a:cubicBezTo>
                <a:close/>
                <a:moveTo>
                  <a:pt x="269068" y="25788"/>
                </a:moveTo>
                <a:cubicBezTo>
                  <a:pt x="269068" y="40086"/>
                  <a:pt x="257469" y="51676"/>
                  <a:pt x="243160" y="51676"/>
                </a:cubicBezTo>
                <a:cubicBezTo>
                  <a:pt x="228853" y="51676"/>
                  <a:pt x="217253" y="40086"/>
                  <a:pt x="217253" y="25788"/>
                </a:cubicBezTo>
                <a:cubicBezTo>
                  <a:pt x="217253" y="11490"/>
                  <a:pt x="228853" y="-101"/>
                  <a:pt x="243160" y="-101"/>
                </a:cubicBezTo>
                <a:cubicBezTo>
                  <a:pt x="257461" y="-84"/>
                  <a:pt x="269051" y="11497"/>
                  <a:pt x="269068" y="25788"/>
                </a:cubicBezTo>
                <a:close/>
                <a:moveTo>
                  <a:pt x="487237" y="25788"/>
                </a:moveTo>
                <a:cubicBezTo>
                  <a:pt x="487237" y="40086"/>
                  <a:pt x="475637" y="51676"/>
                  <a:pt x="461329" y="51676"/>
                </a:cubicBezTo>
                <a:cubicBezTo>
                  <a:pt x="447021" y="51676"/>
                  <a:pt x="435422" y="40086"/>
                  <a:pt x="435422" y="25788"/>
                </a:cubicBezTo>
                <a:cubicBezTo>
                  <a:pt x="435422" y="11490"/>
                  <a:pt x="447021" y="-101"/>
                  <a:pt x="461329" y="-101"/>
                </a:cubicBezTo>
                <a:cubicBezTo>
                  <a:pt x="475631" y="-108"/>
                  <a:pt x="487229" y="11473"/>
                  <a:pt x="487237" y="25763"/>
                </a:cubicBezTo>
                <a:cubicBezTo>
                  <a:pt x="487237" y="25772"/>
                  <a:pt x="487237" y="25780"/>
                  <a:pt x="487237" y="25788"/>
                </a:cubicBezTo>
                <a:close/>
                <a:moveTo>
                  <a:pt x="705466" y="25788"/>
                </a:moveTo>
                <a:cubicBezTo>
                  <a:pt x="705466" y="40086"/>
                  <a:pt x="693867" y="51676"/>
                  <a:pt x="679559" y="51676"/>
                </a:cubicBezTo>
                <a:cubicBezTo>
                  <a:pt x="665250" y="51676"/>
                  <a:pt x="653652" y="40086"/>
                  <a:pt x="653652" y="25788"/>
                </a:cubicBezTo>
                <a:cubicBezTo>
                  <a:pt x="653652" y="11490"/>
                  <a:pt x="665250" y="-101"/>
                  <a:pt x="679559" y="-101"/>
                </a:cubicBezTo>
                <a:cubicBezTo>
                  <a:pt x="693861" y="-108"/>
                  <a:pt x="705458" y="11473"/>
                  <a:pt x="705466" y="25763"/>
                </a:cubicBezTo>
                <a:cubicBezTo>
                  <a:pt x="705466" y="25772"/>
                  <a:pt x="705466" y="25780"/>
                  <a:pt x="705466" y="25788"/>
                </a:cubicBezTo>
                <a:close/>
                <a:moveTo>
                  <a:pt x="923695" y="25788"/>
                </a:moveTo>
                <a:cubicBezTo>
                  <a:pt x="923695" y="40086"/>
                  <a:pt x="912096" y="51676"/>
                  <a:pt x="897788" y="51676"/>
                </a:cubicBezTo>
                <a:cubicBezTo>
                  <a:pt x="883481" y="51676"/>
                  <a:pt x="871881" y="40086"/>
                  <a:pt x="871881" y="25788"/>
                </a:cubicBezTo>
                <a:cubicBezTo>
                  <a:pt x="871881" y="11490"/>
                  <a:pt x="883481" y="-101"/>
                  <a:pt x="897788" y="-101"/>
                </a:cubicBezTo>
                <a:cubicBezTo>
                  <a:pt x="912090" y="-108"/>
                  <a:pt x="923688" y="11473"/>
                  <a:pt x="923695" y="25763"/>
                </a:cubicBezTo>
                <a:cubicBezTo>
                  <a:pt x="923695" y="25772"/>
                  <a:pt x="923695" y="25780"/>
                  <a:pt x="923695" y="25788"/>
                </a:cubicBezTo>
                <a:close/>
                <a:moveTo>
                  <a:pt x="1141923" y="25788"/>
                </a:moveTo>
                <a:cubicBezTo>
                  <a:pt x="1141923" y="40086"/>
                  <a:pt x="1130324" y="51676"/>
                  <a:pt x="1116016" y="51676"/>
                </a:cubicBezTo>
                <a:cubicBezTo>
                  <a:pt x="1101708" y="51676"/>
                  <a:pt x="1090109" y="40086"/>
                  <a:pt x="1090109" y="25788"/>
                </a:cubicBezTo>
                <a:cubicBezTo>
                  <a:pt x="1090109" y="11490"/>
                  <a:pt x="1101708" y="-101"/>
                  <a:pt x="1116016" y="-101"/>
                </a:cubicBezTo>
                <a:cubicBezTo>
                  <a:pt x="1130316" y="-84"/>
                  <a:pt x="1141907" y="11497"/>
                  <a:pt x="1141923" y="25788"/>
                </a:cubicBezTo>
                <a:close/>
                <a:moveTo>
                  <a:pt x="50838" y="193692"/>
                </a:moveTo>
                <a:cubicBezTo>
                  <a:pt x="50838" y="207990"/>
                  <a:pt x="39239" y="219580"/>
                  <a:pt x="24931" y="219580"/>
                </a:cubicBezTo>
                <a:cubicBezTo>
                  <a:pt x="10623" y="219580"/>
                  <a:pt x="-976" y="207990"/>
                  <a:pt x="-976" y="193692"/>
                </a:cubicBezTo>
                <a:cubicBezTo>
                  <a:pt x="-976" y="179394"/>
                  <a:pt x="10623" y="167803"/>
                  <a:pt x="24931" y="167803"/>
                </a:cubicBezTo>
                <a:cubicBezTo>
                  <a:pt x="39233" y="167796"/>
                  <a:pt x="50831" y="179377"/>
                  <a:pt x="50838" y="193668"/>
                </a:cubicBezTo>
                <a:cubicBezTo>
                  <a:pt x="50838" y="193676"/>
                  <a:pt x="50838" y="193684"/>
                  <a:pt x="50838" y="193692"/>
                </a:cubicBezTo>
                <a:close/>
                <a:moveTo>
                  <a:pt x="269068" y="193692"/>
                </a:moveTo>
                <a:cubicBezTo>
                  <a:pt x="269068" y="207990"/>
                  <a:pt x="257469" y="219580"/>
                  <a:pt x="243160" y="219580"/>
                </a:cubicBezTo>
                <a:cubicBezTo>
                  <a:pt x="228853" y="219580"/>
                  <a:pt x="217253" y="207990"/>
                  <a:pt x="217253" y="193692"/>
                </a:cubicBezTo>
                <a:cubicBezTo>
                  <a:pt x="217253" y="179394"/>
                  <a:pt x="228853" y="167803"/>
                  <a:pt x="243160" y="167803"/>
                </a:cubicBezTo>
                <a:cubicBezTo>
                  <a:pt x="257461" y="167820"/>
                  <a:pt x="269051" y="179401"/>
                  <a:pt x="269068" y="193692"/>
                </a:cubicBezTo>
                <a:close/>
                <a:moveTo>
                  <a:pt x="487237" y="193692"/>
                </a:moveTo>
                <a:cubicBezTo>
                  <a:pt x="487237" y="207990"/>
                  <a:pt x="475637" y="219580"/>
                  <a:pt x="461329" y="219580"/>
                </a:cubicBezTo>
                <a:cubicBezTo>
                  <a:pt x="447021" y="219580"/>
                  <a:pt x="435422" y="207990"/>
                  <a:pt x="435422" y="193692"/>
                </a:cubicBezTo>
                <a:cubicBezTo>
                  <a:pt x="435422" y="179394"/>
                  <a:pt x="447021" y="167803"/>
                  <a:pt x="461329" y="167803"/>
                </a:cubicBezTo>
                <a:cubicBezTo>
                  <a:pt x="475631" y="167796"/>
                  <a:pt x="487229" y="179377"/>
                  <a:pt x="487237" y="193668"/>
                </a:cubicBezTo>
                <a:cubicBezTo>
                  <a:pt x="487237" y="193676"/>
                  <a:pt x="487237" y="193684"/>
                  <a:pt x="487237" y="193692"/>
                </a:cubicBezTo>
                <a:close/>
                <a:moveTo>
                  <a:pt x="705466" y="193692"/>
                </a:moveTo>
                <a:cubicBezTo>
                  <a:pt x="705466" y="207990"/>
                  <a:pt x="693867" y="219580"/>
                  <a:pt x="679559" y="219580"/>
                </a:cubicBezTo>
                <a:cubicBezTo>
                  <a:pt x="665250" y="219580"/>
                  <a:pt x="653652" y="207990"/>
                  <a:pt x="653652" y="193692"/>
                </a:cubicBezTo>
                <a:cubicBezTo>
                  <a:pt x="653652" y="179394"/>
                  <a:pt x="665250" y="167803"/>
                  <a:pt x="679559" y="167803"/>
                </a:cubicBezTo>
                <a:cubicBezTo>
                  <a:pt x="693861" y="167796"/>
                  <a:pt x="705458" y="179377"/>
                  <a:pt x="705466" y="193668"/>
                </a:cubicBezTo>
                <a:cubicBezTo>
                  <a:pt x="705466" y="193676"/>
                  <a:pt x="705466" y="193684"/>
                  <a:pt x="705466" y="193692"/>
                </a:cubicBezTo>
                <a:close/>
                <a:moveTo>
                  <a:pt x="923695" y="193692"/>
                </a:moveTo>
                <a:cubicBezTo>
                  <a:pt x="923695" y="207990"/>
                  <a:pt x="912096" y="219580"/>
                  <a:pt x="897788" y="219580"/>
                </a:cubicBezTo>
                <a:cubicBezTo>
                  <a:pt x="883481" y="219580"/>
                  <a:pt x="871881" y="207990"/>
                  <a:pt x="871881" y="193692"/>
                </a:cubicBezTo>
                <a:cubicBezTo>
                  <a:pt x="871881" y="179394"/>
                  <a:pt x="883481" y="167803"/>
                  <a:pt x="897788" y="167803"/>
                </a:cubicBezTo>
                <a:cubicBezTo>
                  <a:pt x="912090" y="167796"/>
                  <a:pt x="923688" y="179377"/>
                  <a:pt x="923695" y="193668"/>
                </a:cubicBezTo>
                <a:cubicBezTo>
                  <a:pt x="923695" y="193676"/>
                  <a:pt x="923695" y="193684"/>
                  <a:pt x="923695" y="193692"/>
                </a:cubicBezTo>
                <a:close/>
                <a:moveTo>
                  <a:pt x="1141923" y="193692"/>
                </a:moveTo>
                <a:cubicBezTo>
                  <a:pt x="1141923" y="207990"/>
                  <a:pt x="1130324" y="219580"/>
                  <a:pt x="1116016" y="219580"/>
                </a:cubicBezTo>
                <a:cubicBezTo>
                  <a:pt x="1101708" y="219580"/>
                  <a:pt x="1090109" y="207990"/>
                  <a:pt x="1090109" y="193692"/>
                </a:cubicBezTo>
                <a:cubicBezTo>
                  <a:pt x="1090109" y="179394"/>
                  <a:pt x="1101708" y="167803"/>
                  <a:pt x="1116016" y="167803"/>
                </a:cubicBezTo>
                <a:cubicBezTo>
                  <a:pt x="1130316" y="167820"/>
                  <a:pt x="1141907" y="179401"/>
                  <a:pt x="1141923" y="193692"/>
                </a:cubicBezTo>
                <a:close/>
                <a:moveTo>
                  <a:pt x="50838" y="361596"/>
                </a:moveTo>
                <a:cubicBezTo>
                  <a:pt x="50838" y="375894"/>
                  <a:pt x="39239" y="387485"/>
                  <a:pt x="24931" y="387485"/>
                </a:cubicBezTo>
                <a:cubicBezTo>
                  <a:pt x="10623" y="387485"/>
                  <a:pt x="-976" y="375894"/>
                  <a:pt x="-976" y="361596"/>
                </a:cubicBezTo>
                <a:cubicBezTo>
                  <a:pt x="-976" y="347298"/>
                  <a:pt x="10623" y="335707"/>
                  <a:pt x="24931" y="335707"/>
                </a:cubicBezTo>
                <a:cubicBezTo>
                  <a:pt x="39233" y="335700"/>
                  <a:pt x="50831" y="347280"/>
                  <a:pt x="50838" y="361571"/>
                </a:cubicBezTo>
                <a:cubicBezTo>
                  <a:pt x="50838" y="361579"/>
                  <a:pt x="50838" y="361588"/>
                  <a:pt x="50838" y="361596"/>
                </a:cubicBezTo>
                <a:close/>
                <a:moveTo>
                  <a:pt x="269068" y="361596"/>
                </a:moveTo>
                <a:cubicBezTo>
                  <a:pt x="269068" y="375894"/>
                  <a:pt x="257469" y="387485"/>
                  <a:pt x="243160" y="387485"/>
                </a:cubicBezTo>
                <a:cubicBezTo>
                  <a:pt x="228853" y="387485"/>
                  <a:pt x="217253" y="375894"/>
                  <a:pt x="217253" y="361596"/>
                </a:cubicBezTo>
                <a:cubicBezTo>
                  <a:pt x="217253" y="347298"/>
                  <a:pt x="228853" y="335707"/>
                  <a:pt x="243160" y="335707"/>
                </a:cubicBezTo>
                <a:cubicBezTo>
                  <a:pt x="257461" y="335724"/>
                  <a:pt x="269051" y="347305"/>
                  <a:pt x="269068" y="361596"/>
                </a:cubicBezTo>
                <a:close/>
                <a:moveTo>
                  <a:pt x="487237" y="361596"/>
                </a:moveTo>
                <a:cubicBezTo>
                  <a:pt x="487237" y="375894"/>
                  <a:pt x="475637" y="387485"/>
                  <a:pt x="461329" y="387485"/>
                </a:cubicBezTo>
                <a:cubicBezTo>
                  <a:pt x="447021" y="387485"/>
                  <a:pt x="435422" y="375894"/>
                  <a:pt x="435422" y="361596"/>
                </a:cubicBezTo>
                <a:cubicBezTo>
                  <a:pt x="435422" y="347298"/>
                  <a:pt x="447021" y="335707"/>
                  <a:pt x="461329" y="335707"/>
                </a:cubicBezTo>
                <a:cubicBezTo>
                  <a:pt x="475631" y="335700"/>
                  <a:pt x="487229" y="347280"/>
                  <a:pt x="487237" y="361571"/>
                </a:cubicBezTo>
                <a:cubicBezTo>
                  <a:pt x="487237" y="361579"/>
                  <a:pt x="487237" y="361588"/>
                  <a:pt x="487237" y="361596"/>
                </a:cubicBezTo>
                <a:close/>
                <a:moveTo>
                  <a:pt x="705466" y="361596"/>
                </a:moveTo>
                <a:cubicBezTo>
                  <a:pt x="705466" y="375894"/>
                  <a:pt x="693867" y="387485"/>
                  <a:pt x="679559" y="387485"/>
                </a:cubicBezTo>
                <a:cubicBezTo>
                  <a:pt x="665250" y="387485"/>
                  <a:pt x="653652" y="375894"/>
                  <a:pt x="653652" y="361596"/>
                </a:cubicBezTo>
                <a:cubicBezTo>
                  <a:pt x="653652" y="347298"/>
                  <a:pt x="665250" y="335707"/>
                  <a:pt x="679559" y="335707"/>
                </a:cubicBezTo>
                <a:cubicBezTo>
                  <a:pt x="693861" y="335700"/>
                  <a:pt x="705458" y="347280"/>
                  <a:pt x="705466" y="361571"/>
                </a:cubicBezTo>
                <a:cubicBezTo>
                  <a:pt x="705466" y="361579"/>
                  <a:pt x="705466" y="361588"/>
                  <a:pt x="705466" y="361596"/>
                </a:cubicBezTo>
                <a:close/>
                <a:moveTo>
                  <a:pt x="923695" y="361596"/>
                </a:moveTo>
                <a:cubicBezTo>
                  <a:pt x="923695" y="375894"/>
                  <a:pt x="912096" y="387485"/>
                  <a:pt x="897788" y="387485"/>
                </a:cubicBezTo>
                <a:cubicBezTo>
                  <a:pt x="883481" y="387485"/>
                  <a:pt x="871881" y="375894"/>
                  <a:pt x="871881" y="361596"/>
                </a:cubicBezTo>
                <a:cubicBezTo>
                  <a:pt x="871881" y="347298"/>
                  <a:pt x="883481" y="335707"/>
                  <a:pt x="897788" y="335707"/>
                </a:cubicBezTo>
                <a:cubicBezTo>
                  <a:pt x="912090" y="335700"/>
                  <a:pt x="923688" y="347280"/>
                  <a:pt x="923695" y="361571"/>
                </a:cubicBezTo>
                <a:cubicBezTo>
                  <a:pt x="923695" y="361579"/>
                  <a:pt x="923695" y="361588"/>
                  <a:pt x="923695" y="361596"/>
                </a:cubicBezTo>
                <a:close/>
                <a:moveTo>
                  <a:pt x="1141923" y="361596"/>
                </a:moveTo>
                <a:cubicBezTo>
                  <a:pt x="1141923" y="375894"/>
                  <a:pt x="1130324" y="387485"/>
                  <a:pt x="1116016" y="387485"/>
                </a:cubicBezTo>
                <a:cubicBezTo>
                  <a:pt x="1101708" y="387485"/>
                  <a:pt x="1090109" y="375894"/>
                  <a:pt x="1090109" y="361596"/>
                </a:cubicBezTo>
                <a:cubicBezTo>
                  <a:pt x="1090109" y="347298"/>
                  <a:pt x="1101708" y="335707"/>
                  <a:pt x="1116016" y="335707"/>
                </a:cubicBezTo>
                <a:cubicBezTo>
                  <a:pt x="1130316" y="335724"/>
                  <a:pt x="1141907" y="347305"/>
                  <a:pt x="1141923" y="361596"/>
                </a:cubicBezTo>
                <a:close/>
                <a:moveTo>
                  <a:pt x="50838" y="529500"/>
                </a:moveTo>
                <a:cubicBezTo>
                  <a:pt x="50838" y="543798"/>
                  <a:pt x="39239" y="555389"/>
                  <a:pt x="24931" y="555389"/>
                </a:cubicBezTo>
                <a:cubicBezTo>
                  <a:pt x="10623" y="555389"/>
                  <a:pt x="-976" y="543798"/>
                  <a:pt x="-976" y="529500"/>
                </a:cubicBezTo>
                <a:cubicBezTo>
                  <a:pt x="-976" y="515202"/>
                  <a:pt x="10623" y="503612"/>
                  <a:pt x="24931" y="503612"/>
                </a:cubicBezTo>
                <a:cubicBezTo>
                  <a:pt x="39233" y="503605"/>
                  <a:pt x="50831" y="515184"/>
                  <a:pt x="50838" y="529475"/>
                </a:cubicBezTo>
                <a:cubicBezTo>
                  <a:pt x="50838" y="529484"/>
                  <a:pt x="50838" y="529492"/>
                  <a:pt x="50838" y="529500"/>
                </a:cubicBezTo>
                <a:close/>
                <a:moveTo>
                  <a:pt x="269068" y="529500"/>
                </a:moveTo>
                <a:cubicBezTo>
                  <a:pt x="269068" y="543798"/>
                  <a:pt x="257469" y="555389"/>
                  <a:pt x="243160" y="555389"/>
                </a:cubicBezTo>
                <a:cubicBezTo>
                  <a:pt x="228853" y="555389"/>
                  <a:pt x="217253" y="543798"/>
                  <a:pt x="217253" y="529500"/>
                </a:cubicBezTo>
                <a:cubicBezTo>
                  <a:pt x="217253" y="515202"/>
                  <a:pt x="228853" y="503612"/>
                  <a:pt x="243160" y="503612"/>
                </a:cubicBezTo>
                <a:cubicBezTo>
                  <a:pt x="257461" y="503629"/>
                  <a:pt x="269051" y="515209"/>
                  <a:pt x="269068" y="529500"/>
                </a:cubicBezTo>
                <a:close/>
                <a:moveTo>
                  <a:pt x="487237" y="529500"/>
                </a:moveTo>
                <a:cubicBezTo>
                  <a:pt x="487237" y="543798"/>
                  <a:pt x="475637" y="555389"/>
                  <a:pt x="461329" y="555389"/>
                </a:cubicBezTo>
                <a:cubicBezTo>
                  <a:pt x="447021" y="555389"/>
                  <a:pt x="435422" y="543798"/>
                  <a:pt x="435422" y="529500"/>
                </a:cubicBezTo>
                <a:cubicBezTo>
                  <a:pt x="435422" y="515202"/>
                  <a:pt x="447021" y="503612"/>
                  <a:pt x="461329" y="503612"/>
                </a:cubicBezTo>
                <a:cubicBezTo>
                  <a:pt x="475631" y="503605"/>
                  <a:pt x="487229" y="515184"/>
                  <a:pt x="487237" y="529475"/>
                </a:cubicBezTo>
                <a:cubicBezTo>
                  <a:pt x="487237" y="529484"/>
                  <a:pt x="487237" y="529492"/>
                  <a:pt x="487237" y="529500"/>
                </a:cubicBezTo>
                <a:close/>
                <a:moveTo>
                  <a:pt x="705466" y="529500"/>
                </a:moveTo>
                <a:cubicBezTo>
                  <a:pt x="705466" y="543798"/>
                  <a:pt x="693867" y="555389"/>
                  <a:pt x="679559" y="555389"/>
                </a:cubicBezTo>
                <a:cubicBezTo>
                  <a:pt x="665250" y="555389"/>
                  <a:pt x="653652" y="543798"/>
                  <a:pt x="653652" y="529500"/>
                </a:cubicBezTo>
                <a:cubicBezTo>
                  <a:pt x="653652" y="515202"/>
                  <a:pt x="665250" y="503612"/>
                  <a:pt x="679559" y="503612"/>
                </a:cubicBezTo>
                <a:cubicBezTo>
                  <a:pt x="693861" y="503605"/>
                  <a:pt x="705458" y="515184"/>
                  <a:pt x="705466" y="529475"/>
                </a:cubicBezTo>
                <a:cubicBezTo>
                  <a:pt x="705466" y="529484"/>
                  <a:pt x="705466" y="529492"/>
                  <a:pt x="705466" y="529500"/>
                </a:cubicBezTo>
                <a:close/>
                <a:moveTo>
                  <a:pt x="923695" y="529500"/>
                </a:moveTo>
                <a:cubicBezTo>
                  <a:pt x="923695" y="543798"/>
                  <a:pt x="912096" y="555389"/>
                  <a:pt x="897788" y="555389"/>
                </a:cubicBezTo>
                <a:cubicBezTo>
                  <a:pt x="883481" y="555389"/>
                  <a:pt x="871881" y="543798"/>
                  <a:pt x="871881" y="529500"/>
                </a:cubicBezTo>
                <a:cubicBezTo>
                  <a:pt x="871881" y="515202"/>
                  <a:pt x="883481" y="503612"/>
                  <a:pt x="897788" y="503612"/>
                </a:cubicBezTo>
                <a:cubicBezTo>
                  <a:pt x="912090" y="503605"/>
                  <a:pt x="923688" y="515184"/>
                  <a:pt x="923695" y="529475"/>
                </a:cubicBezTo>
                <a:cubicBezTo>
                  <a:pt x="923695" y="529484"/>
                  <a:pt x="923695" y="529492"/>
                  <a:pt x="923695" y="529500"/>
                </a:cubicBezTo>
                <a:close/>
                <a:moveTo>
                  <a:pt x="1141923" y="529500"/>
                </a:moveTo>
                <a:cubicBezTo>
                  <a:pt x="1141923" y="543798"/>
                  <a:pt x="1130324" y="555389"/>
                  <a:pt x="1116016" y="555389"/>
                </a:cubicBezTo>
                <a:cubicBezTo>
                  <a:pt x="1101708" y="555389"/>
                  <a:pt x="1090109" y="543798"/>
                  <a:pt x="1090109" y="529500"/>
                </a:cubicBezTo>
                <a:cubicBezTo>
                  <a:pt x="1090109" y="515202"/>
                  <a:pt x="1101708" y="503612"/>
                  <a:pt x="1116016" y="503612"/>
                </a:cubicBezTo>
                <a:cubicBezTo>
                  <a:pt x="1130316" y="503629"/>
                  <a:pt x="1141907" y="515209"/>
                  <a:pt x="1141923" y="529500"/>
                </a:cubicBezTo>
                <a:close/>
                <a:moveTo>
                  <a:pt x="50838" y="697404"/>
                </a:moveTo>
                <a:cubicBezTo>
                  <a:pt x="50838" y="711702"/>
                  <a:pt x="39239" y="723293"/>
                  <a:pt x="24931" y="723293"/>
                </a:cubicBezTo>
                <a:cubicBezTo>
                  <a:pt x="10623" y="723293"/>
                  <a:pt x="-976" y="711702"/>
                  <a:pt x="-976" y="697404"/>
                </a:cubicBezTo>
                <a:cubicBezTo>
                  <a:pt x="-976" y="683106"/>
                  <a:pt x="10623" y="671516"/>
                  <a:pt x="24931" y="671516"/>
                </a:cubicBezTo>
                <a:cubicBezTo>
                  <a:pt x="39233" y="671509"/>
                  <a:pt x="50831" y="683088"/>
                  <a:pt x="50838" y="697379"/>
                </a:cubicBezTo>
                <a:cubicBezTo>
                  <a:pt x="50838" y="697387"/>
                  <a:pt x="50838" y="697395"/>
                  <a:pt x="50838" y="697404"/>
                </a:cubicBezTo>
                <a:close/>
                <a:moveTo>
                  <a:pt x="269068" y="697404"/>
                </a:moveTo>
                <a:cubicBezTo>
                  <a:pt x="269068" y="711702"/>
                  <a:pt x="257469" y="723293"/>
                  <a:pt x="243160" y="723293"/>
                </a:cubicBezTo>
                <a:cubicBezTo>
                  <a:pt x="228853" y="723293"/>
                  <a:pt x="217253" y="711702"/>
                  <a:pt x="217253" y="697404"/>
                </a:cubicBezTo>
                <a:cubicBezTo>
                  <a:pt x="217253" y="683106"/>
                  <a:pt x="228853" y="671516"/>
                  <a:pt x="243160" y="671516"/>
                </a:cubicBezTo>
                <a:cubicBezTo>
                  <a:pt x="257461" y="671532"/>
                  <a:pt x="269051" y="683113"/>
                  <a:pt x="269068" y="697404"/>
                </a:cubicBezTo>
                <a:close/>
                <a:moveTo>
                  <a:pt x="487237" y="697404"/>
                </a:moveTo>
                <a:cubicBezTo>
                  <a:pt x="487237" y="711702"/>
                  <a:pt x="475637" y="723293"/>
                  <a:pt x="461329" y="723293"/>
                </a:cubicBezTo>
                <a:cubicBezTo>
                  <a:pt x="447021" y="723293"/>
                  <a:pt x="435422" y="711702"/>
                  <a:pt x="435422" y="697404"/>
                </a:cubicBezTo>
                <a:cubicBezTo>
                  <a:pt x="435422" y="683106"/>
                  <a:pt x="447021" y="671516"/>
                  <a:pt x="461329" y="671516"/>
                </a:cubicBezTo>
                <a:cubicBezTo>
                  <a:pt x="475631" y="671509"/>
                  <a:pt x="487229" y="683088"/>
                  <a:pt x="487237" y="697379"/>
                </a:cubicBezTo>
                <a:cubicBezTo>
                  <a:pt x="487237" y="697387"/>
                  <a:pt x="487237" y="697395"/>
                  <a:pt x="487237" y="697404"/>
                </a:cubicBezTo>
                <a:close/>
                <a:moveTo>
                  <a:pt x="705466" y="697404"/>
                </a:moveTo>
                <a:cubicBezTo>
                  <a:pt x="705466" y="711702"/>
                  <a:pt x="693867" y="723293"/>
                  <a:pt x="679559" y="723293"/>
                </a:cubicBezTo>
                <a:cubicBezTo>
                  <a:pt x="665250" y="723293"/>
                  <a:pt x="653652" y="711702"/>
                  <a:pt x="653652" y="697404"/>
                </a:cubicBezTo>
                <a:cubicBezTo>
                  <a:pt x="653652" y="683106"/>
                  <a:pt x="665250" y="671516"/>
                  <a:pt x="679559" y="671516"/>
                </a:cubicBezTo>
                <a:cubicBezTo>
                  <a:pt x="693861" y="671509"/>
                  <a:pt x="705458" y="683088"/>
                  <a:pt x="705466" y="697379"/>
                </a:cubicBezTo>
                <a:cubicBezTo>
                  <a:pt x="705466" y="697387"/>
                  <a:pt x="705466" y="697395"/>
                  <a:pt x="705466" y="697404"/>
                </a:cubicBezTo>
                <a:close/>
                <a:moveTo>
                  <a:pt x="923695" y="697404"/>
                </a:moveTo>
                <a:cubicBezTo>
                  <a:pt x="923695" y="711702"/>
                  <a:pt x="912096" y="723293"/>
                  <a:pt x="897788" y="723293"/>
                </a:cubicBezTo>
                <a:cubicBezTo>
                  <a:pt x="883481" y="723293"/>
                  <a:pt x="871881" y="711702"/>
                  <a:pt x="871881" y="697404"/>
                </a:cubicBezTo>
                <a:cubicBezTo>
                  <a:pt x="871881" y="683106"/>
                  <a:pt x="883481" y="671516"/>
                  <a:pt x="897788" y="671516"/>
                </a:cubicBezTo>
                <a:cubicBezTo>
                  <a:pt x="912090" y="671509"/>
                  <a:pt x="923688" y="683088"/>
                  <a:pt x="923695" y="697379"/>
                </a:cubicBezTo>
                <a:cubicBezTo>
                  <a:pt x="923695" y="697387"/>
                  <a:pt x="923695" y="697395"/>
                  <a:pt x="923695" y="697404"/>
                </a:cubicBezTo>
                <a:close/>
                <a:moveTo>
                  <a:pt x="1141923" y="697404"/>
                </a:moveTo>
                <a:cubicBezTo>
                  <a:pt x="1141923" y="711702"/>
                  <a:pt x="1130324" y="723293"/>
                  <a:pt x="1116016" y="723293"/>
                </a:cubicBezTo>
                <a:cubicBezTo>
                  <a:pt x="1101708" y="723293"/>
                  <a:pt x="1090109" y="711702"/>
                  <a:pt x="1090109" y="697404"/>
                </a:cubicBezTo>
                <a:cubicBezTo>
                  <a:pt x="1090109" y="683106"/>
                  <a:pt x="1101708" y="671516"/>
                  <a:pt x="1116016" y="671516"/>
                </a:cubicBezTo>
                <a:cubicBezTo>
                  <a:pt x="1130316" y="671532"/>
                  <a:pt x="1141907" y="683113"/>
                  <a:pt x="1141923" y="697404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6" name="Shape 3"/>
          <p:cNvSpPr/>
          <p:nvPr/>
        </p:nvSpPr>
        <p:spPr>
          <a:xfrm>
            <a:off x="968375" y="3653155"/>
            <a:ext cx="1324610" cy="650240"/>
          </a:xfrm>
          <a:custGeom>
            <a:avLst/>
            <a:gdLst/>
            <a:ahLst/>
            <a:cxnLst/>
            <a:rect l="l" t="t" r="r" b="b"/>
            <a:pathLst>
              <a:path w="1324610" h="650240">
                <a:moveTo>
                  <a:pt x="58972" y="23183"/>
                </a:moveTo>
                <a:cubicBezTo>
                  <a:pt x="58972" y="36037"/>
                  <a:pt x="45517" y="46457"/>
                  <a:pt x="28920" y="46457"/>
                </a:cubicBezTo>
                <a:cubicBezTo>
                  <a:pt x="12323" y="46457"/>
                  <a:pt x="-1132" y="36037"/>
                  <a:pt x="-1132" y="23183"/>
                </a:cubicBezTo>
                <a:cubicBezTo>
                  <a:pt x="-1132" y="10329"/>
                  <a:pt x="12323" y="-91"/>
                  <a:pt x="28920" y="-91"/>
                </a:cubicBezTo>
                <a:cubicBezTo>
                  <a:pt x="45510" y="-97"/>
                  <a:pt x="58963" y="10314"/>
                  <a:pt x="58972" y="23161"/>
                </a:cubicBezTo>
                <a:cubicBezTo>
                  <a:pt x="58972" y="23169"/>
                  <a:pt x="58972" y="23176"/>
                  <a:pt x="58972" y="23183"/>
                </a:cubicBezTo>
                <a:close/>
                <a:moveTo>
                  <a:pt x="312113" y="23183"/>
                </a:moveTo>
                <a:cubicBezTo>
                  <a:pt x="312113" y="36037"/>
                  <a:pt x="298659" y="46457"/>
                  <a:pt x="282062" y="46457"/>
                </a:cubicBezTo>
                <a:cubicBezTo>
                  <a:pt x="265466" y="46457"/>
                  <a:pt x="252010" y="36037"/>
                  <a:pt x="252010" y="23183"/>
                </a:cubicBezTo>
                <a:cubicBezTo>
                  <a:pt x="252010" y="10329"/>
                  <a:pt x="265466" y="-91"/>
                  <a:pt x="282062" y="-91"/>
                </a:cubicBezTo>
                <a:cubicBezTo>
                  <a:pt x="298650" y="-76"/>
                  <a:pt x="312095" y="10335"/>
                  <a:pt x="312113" y="23183"/>
                </a:cubicBezTo>
                <a:close/>
                <a:moveTo>
                  <a:pt x="565186" y="23183"/>
                </a:moveTo>
                <a:cubicBezTo>
                  <a:pt x="565186" y="36037"/>
                  <a:pt x="551730" y="46457"/>
                  <a:pt x="535134" y="46457"/>
                </a:cubicBezTo>
                <a:cubicBezTo>
                  <a:pt x="518537" y="46457"/>
                  <a:pt x="505082" y="36037"/>
                  <a:pt x="505082" y="23183"/>
                </a:cubicBezTo>
                <a:cubicBezTo>
                  <a:pt x="505082" y="10329"/>
                  <a:pt x="518537" y="-91"/>
                  <a:pt x="535134" y="-91"/>
                </a:cubicBezTo>
                <a:cubicBezTo>
                  <a:pt x="551723" y="-97"/>
                  <a:pt x="565176" y="10314"/>
                  <a:pt x="565186" y="23161"/>
                </a:cubicBezTo>
                <a:cubicBezTo>
                  <a:pt x="565186" y="23169"/>
                  <a:pt x="565186" y="23176"/>
                  <a:pt x="565186" y="23183"/>
                </a:cubicBezTo>
                <a:close/>
                <a:moveTo>
                  <a:pt x="818327" y="23183"/>
                </a:moveTo>
                <a:cubicBezTo>
                  <a:pt x="818327" y="36037"/>
                  <a:pt x="804873" y="46457"/>
                  <a:pt x="788276" y="46457"/>
                </a:cubicBezTo>
                <a:cubicBezTo>
                  <a:pt x="771678" y="46457"/>
                  <a:pt x="758224" y="36037"/>
                  <a:pt x="758224" y="23183"/>
                </a:cubicBezTo>
                <a:cubicBezTo>
                  <a:pt x="758224" y="10329"/>
                  <a:pt x="771678" y="-91"/>
                  <a:pt x="788276" y="-91"/>
                </a:cubicBezTo>
                <a:cubicBezTo>
                  <a:pt x="804866" y="-97"/>
                  <a:pt x="818318" y="10314"/>
                  <a:pt x="818327" y="23161"/>
                </a:cubicBezTo>
                <a:cubicBezTo>
                  <a:pt x="818327" y="23169"/>
                  <a:pt x="818327" y="23176"/>
                  <a:pt x="818327" y="23183"/>
                </a:cubicBezTo>
                <a:close/>
                <a:moveTo>
                  <a:pt x="1071469" y="23183"/>
                </a:moveTo>
                <a:cubicBezTo>
                  <a:pt x="1071469" y="36037"/>
                  <a:pt x="1058015" y="46457"/>
                  <a:pt x="1041418" y="46457"/>
                </a:cubicBezTo>
                <a:cubicBezTo>
                  <a:pt x="1024821" y="46457"/>
                  <a:pt x="1011366" y="36037"/>
                  <a:pt x="1011366" y="23183"/>
                </a:cubicBezTo>
                <a:cubicBezTo>
                  <a:pt x="1011366" y="10329"/>
                  <a:pt x="1024821" y="-91"/>
                  <a:pt x="1041418" y="-91"/>
                </a:cubicBezTo>
                <a:cubicBezTo>
                  <a:pt x="1058008" y="-97"/>
                  <a:pt x="1071461" y="10314"/>
                  <a:pt x="1071469" y="23161"/>
                </a:cubicBezTo>
                <a:cubicBezTo>
                  <a:pt x="1071469" y="23169"/>
                  <a:pt x="1071469" y="23176"/>
                  <a:pt x="1071469" y="23183"/>
                </a:cubicBezTo>
                <a:close/>
                <a:moveTo>
                  <a:pt x="1324610" y="23183"/>
                </a:moveTo>
                <a:cubicBezTo>
                  <a:pt x="1324610" y="36037"/>
                  <a:pt x="1311155" y="46457"/>
                  <a:pt x="1294558" y="46457"/>
                </a:cubicBezTo>
                <a:cubicBezTo>
                  <a:pt x="1277961" y="46457"/>
                  <a:pt x="1264506" y="36037"/>
                  <a:pt x="1264506" y="23183"/>
                </a:cubicBezTo>
                <a:cubicBezTo>
                  <a:pt x="1264506" y="10329"/>
                  <a:pt x="1277961" y="-91"/>
                  <a:pt x="1294558" y="-91"/>
                </a:cubicBezTo>
                <a:cubicBezTo>
                  <a:pt x="1311146" y="-76"/>
                  <a:pt x="1324591" y="10335"/>
                  <a:pt x="1324610" y="23183"/>
                </a:cubicBezTo>
                <a:close/>
                <a:moveTo>
                  <a:pt x="58972" y="174129"/>
                </a:moveTo>
                <a:cubicBezTo>
                  <a:pt x="58972" y="186983"/>
                  <a:pt x="45517" y="197403"/>
                  <a:pt x="28920" y="197403"/>
                </a:cubicBezTo>
                <a:cubicBezTo>
                  <a:pt x="12323" y="197403"/>
                  <a:pt x="-1132" y="186983"/>
                  <a:pt x="-1132" y="174129"/>
                </a:cubicBezTo>
                <a:cubicBezTo>
                  <a:pt x="-1132" y="161275"/>
                  <a:pt x="12323" y="150855"/>
                  <a:pt x="28920" y="150855"/>
                </a:cubicBezTo>
                <a:cubicBezTo>
                  <a:pt x="45510" y="150849"/>
                  <a:pt x="58963" y="161260"/>
                  <a:pt x="58972" y="174107"/>
                </a:cubicBezTo>
                <a:cubicBezTo>
                  <a:pt x="58972" y="174114"/>
                  <a:pt x="58972" y="174122"/>
                  <a:pt x="58972" y="174129"/>
                </a:cubicBezTo>
                <a:close/>
                <a:moveTo>
                  <a:pt x="312113" y="174129"/>
                </a:moveTo>
                <a:cubicBezTo>
                  <a:pt x="312113" y="186983"/>
                  <a:pt x="298659" y="197403"/>
                  <a:pt x="282062" y="197403"/>
                </a:cubicBezTo>
                <a:cubicBezTo>
                  <a:pt x="265466" y="197403"/>
                  <a:pt x="252010" y="186983"/>
                  <a:pt x="252010" y="174129"/>
                </a:cubicBezTo>
                <a:cubicBezTo>
                  <a:pt x="252010" y="161275"/>
                  <a:pt x="265466" y="150855"/>
                  <a:pt x="282062" y="150855"/>
                </a:cubicBezTo>
                <a:cubicBezTo>
                  <a:pt x="298650" y="150870"/>
                  <a:pt x="312095" y="161281"/>
                  <a:pt x="312113" y="174129"/>
                </a:cubicBezTo>
                <a:close/>
                <a:moveTo>
                  <a:pt x="565186" y="174129"/>
                </a:moveTo>
                <a:cubicBezTo>
                  <a:pt x="565186" y="186983"/>
                  <a:pt x="551730" y="197403"/>
                  <a:pt x="535134" y="197403"/>
                </a:cubicBezTo>
                <a:cubicBezTo>
                  <a:pt x="518537" y="197403"/>
                  <a:pt x="505082" y="186983"/>
                  <a:pt x="505082" y="174129"/>
                </a:cubicBezTo>
                <a:cubicBezTo>
                  <a:pt x="505082" y="161275"/>
                  <a:pt x="518537" y="150855"/>
                  <a:pt x="535134" y="150855"/>
                </a:cubicBezTo>
                <a:cubicBezTo>
                  <a:pt x="551723" y="150849"/>
                  <a:pt x="565176" y="161260"/>
                  <a:pt x="565186" y="174107"/>
                </a:cubicBezTo>
                <a:cubicBezTo>
                  <a:pt x="565186" y="174114"/>
                  <a:pt x="565186" y="174122"/>
                  <a:pt x="565186" y="174129"/>
                </a:cubicBezTo>
                <a:close/>
                <a:moveTo>
                  <a:pt x="818327" y="174129"/>
                </a:moveTo>
                <a:cubicBezTo>
                  <a:pt x="818327" y="186983"/>
                  <a:pt x="804873" y="197403"/>
                  <a:pt x="788276" y="197403"/>
                </a:cubicBezTo>
                <a:cubicBezTo>
                  <a:pt x="771678" y="197403"/>
                  <a:pt x="758224" y="186983"/>
                  <a:pt x="758224" y="174129"/>
                </a:cubicBezTo>
                <a:cubicBezTo>
                  <a:pt x="758224" y="161275"/>
                  <a:pt x="771678" y="150855"/>
                  <a:pt x="788276" y="150855"/>
                </a:cubicBezTo>
                <a:cubicBezTo>
                  <a:pt x="804866" y="150849"/>
                  <a:pt x="818318" y="161260"/>
                  <a:pt x="818327" y="174107"/>
                </a:cubicBezTo>
                <a:cubicBezTo>
                  <a:pt x="818327" y="174114"/>
                  <a:pt x="818327" y="174122"/>
                  <a:pt x="818327" y="174129"/>
                </a:cubicBezTo>
                <a:close/>
                <a:moveTo>
                  <a:pt x="1071469" y="174129"/>
                </a:moveTo>
                <a:cubicBezTo>
                  <a:pt x="1071469" y="186983"/>
                  <a:pt x="1058015" y="197403"/>
                  <a:pt x="1041418" y="197403"/>
                </a:cubicBezTo>
                <a:cubicBezTo>
                  <a:pt x="1024821" y="197403"/>
                  <a:pt x="1011366" y="186983"/>
                  <a:pt x="1011366" y="174129"/>
                </a:cubicBezTo>
                <a:cubicBezTo>
                  <a:pt x="1011366" y="161275"/>
                  <a:pt x="1024821" y="150855"/>
                  <a:pt x="1041418" y="150855"/>
                </a:cubicBezTo>
                <a:cubicBezTo>
                  <a:pt x="1058008" y="150849"/>
                  <a:pt x="1071461" y="161260"/>
                  <a:pt x="1071469" y="174107"/>
                </a:cubicBezTo>
                <a:cubicBezTo>
                  <a:pt x="1071469" y="174114"/>
                  <a:pt x="1071469" y="174122"/>
                  <a:pt x="1071469" y="174129"/>
                </a:cubicBezTo>
                <a:close/>
                <a:moveTo>
                  <a:pt x="1324610" y="174129"/>
                </a:moveTo>
                <a:cubicBezTo>
                  <a:pt x="1324610" y="186983"/>
                  <a:pt x="1311155" y="197403"/>
                  <a:pt x="1294558" y="197403"/>
                </a:cubicBezTo>
                <a:cubicBezTo>
                  <a:pt x="1277961" y="197403"/>
                  <a:pt x="1264506" y="186983"/>
                  <a:pt x="1264506" y="174129"/>
                </a:cubicBezTo>
                <a:cubicBezTo>
                  <a:pt x="1264506" y="161275"/>
                  <a:pt x="1277961" y="150855"/>
                  <a:pt x="1294558" y="150855"/>
                </a:cubicBezTo>
                <a:cubicBezTo>
                  <a:pt x="1311146" y="150870"/>
                  <a:pt x="1324591" y="161281"/>
                  <a:pt x="1324610" y="174129"/>
                </a:cubicBezTo>
                <a:close/>
                <a:moveTo>
                  <a:pt x="58972" y="325075"/>
                </a:moveTo>
                <a:cubicBezTo>
                  <a:pt x="58972" y="337928"/>
                  <a:pt x="45517" y="348348"/>
                  <a:pt x="28920" y="348348"/>
                </a:cubicBezTo>
                <a:cubicBezTo>
                  <a:pt x="12323" y="348348"/>
                  <a:pt x="-1132" y="337928"/>
                  <a:pt x="-1132" y="325075"/>
                </a:cubicBezTo>
                <a:cubicBezTo>
                  <a:pt x="-1132" y="312221"/>
                  <a:pt x="12323" y="301801"/>
                  <a:pt x="28920" y="301801"/>
                </a:cubicBezTo>
                <a:cubicBezTo>
                  <a:pt x="45510" y="301794"/>
                  <a:pt x="58963" y="312205"/>
                  <a:pt x="58972" y="325052"/>
                </a:cubicBezTo>
                <a:cubicBezTo>
                  <a:pt x="58972" y="325059"/>
                  <a:pt x="58972" y="325067"/>
                  <a:pt x="58972" y="325075"/>
                </a:cubicBezTo>
                <a:close/>
                <a:moveTo>
                  <a:pt x="312113" y="325075"/>
                </a:moveTo>
                <a:cubicBezTo>
                  <a:pt x="312113" y="337928"/>
                  <a:pt x="298659" y="348348"/>
                  <a:pt x="282062" y="348348"/>
                </a:cubicBezTo>
                <a:cubicBezTo>
                  <a:pt x="265466" y="348348"/>
                  <a:pt x="252010" y="337928"/>
                  <a:pt x="252010" y="325075"/>
                </a:cubicBezTo>
                <a:cubicBezTo>
                  <a:pt x="252010" y="312221"/>
                  <a:pt x="265466" y="301801"/>
                  <a:pt x="282062" y="301801"/>
                </a:cubicBezTo>
                <a:cubicBezTo>
                  <a:pt x="298650" y="301816"/>
                  <a:pt x="312095" y="312227"/>
                  <a:pt x="312113" y="325075"/>
                </a:cubicBezTo>
                <a:close/>
                <a:moveTo>
                  <a:pt x="565186" y="325075"/>
                </a:moveTo>
                <a:cubicBezTo>
                  <a:pt x="565186" y="337928"/>
                  <a:pt x="551730" y="348348"/>
                  <a:pt x="535134" y="348348"/>
                </a:cubicBezTo>
                <a:cubicBezTo>
                  <a:pt x="518537" y="348348"/>
                  <a:pt x="505082" y="337928"/>
                  <a:pt x="505082" y="325075"/>
                </a:cubicBezTo>
                <a:cubicBezTo>
                  <a:pt x="505082" y="312221"/>
                  <a:pt x="518537" y="301801"/>
                  <a:pt x="535134" y="301801"/>
                </a:cubicBezTo>
                <a:cubicBezTo>
                  <a:pt x="551723" y="301794"/>
                  <a:pt x="565176" y="312205"/>
                  <a:pt x="565186" y="325052"/>
                </a:cubicBezTo>
                <a:cubicBezTo>
                  <a:pt x="565186" y="325059"/>
                  <a:pt x="565186" y="325067"/>
                  <a:pt x="565186" y="325075"/>
                </a:cubicBezTo>
                <a:close/>
                <a:moveTo>
                  <a:pt x="818327" y="325075"/>
                </a:moveTo>
                <a:cubicBezTo>
                  <a:pt x="818327" y="337928"/>
                  <a:pt x="804873" y="348348"/>
                  <a:pt x="788276" y="348348"/>
                </a:cubicBezTo>
                <a:cubicBezTo>
                  <a:pt x="771678" y="348348"/>
                  <a:pt x="758224" y="337928"/>
                  <a:pt x="758224" y="325075"/>
                </a:cubicBezTo>
                <a:cubicBezTo>
                  <a:pt x="758224" y="312221"/>
                  <a:pt x="771678" y="301801"/>
                  <a:pt x="788276" y="301801"/>
                </a:cubicBezTo>
                <a:cubicBezTo>
                  <a:pt x="804866" y="301794"/>
                  <a:pt x="818318" y="312205"/>
                  <a:pt x="818327" y="325052"/>
                </a:cubicBezTo>
                <a:cubicBezTo>
                  <a:pt x="818327" y="325059"/>
                  <a:pt x="818327" y="325067"/>
                  <a:pt x="818327" y="325075"/>
                </a:cubicBezTo>
                <a:close/>
                <a:moveTo>
                  <a:pt x="1071469" y="325075"/>
                </a:moveTo>
                <a:cubicBezTo>
                  <a:pt x="1071469" y="337928"/>
                  <a:pt x="1058015" y="348348"/>
                  <a:pt x="1041418" y="348348"/>
                </a:cubicBezTo>
                <a:cubicBezTo>
                  <a:pt x="1024821" y="348348"/>
                  <a:pt x="1011366" y="337928"/>
                  <a:pt x="1011366" y="325075"/>
                </a:cubicBezTo>
                <a:cubicBezTo>
                  <a:pt x="1011366" y="312221"/>
                  <a:pt x="1024821" y="301801"/>
                  <a:pt x="1041418" y="301801"/>
                </a:cubicBezTo>
                <a:cubicBezTo>
                  <a:pt x="1058008" y="301794"/>
                  <a:pt x="1071461" y="312205"/>
                  <a:pt x="1071469" y="325052"/>
                </a:cubicBezTo>
                <a:cubicBezTo>
                  <a:pt x="1071469" y="325059"/>
                  <a:pt x="1071469" y="325067"/>
                  <a:pt x="1071469" y="325075"/>
                </a:cubicBezTo>
                <a:close/>
                <a:moveTo>
                  <a:pt x="1324610" y="325075"/>
                </a:moveTo>
                <a:cubicBezTo>
                  <a:pt x="1324610" y="337928"/>
                  <a:pt x="1311155" y="348348"/>
                  <a:pt x="1294558" y="348348"/>
                </a:cubicBezTo>
                <a:cubicBezTo>
                  <a:pt x="1277961" y="348348"/>
                  <a:pt x="1264506" y="337928"/>
                  <a:pt x="1264506" y="325075"/>
                </a:cubicBezTo>
                <a:cubicBezTo>
                  <a:pt x="1264506" y="312221"/>
                  <a:pt x="1277961" y="301801"/>
                  <a:pt x="1294558" y="301801"/>
                </a:cubicBezTo>
                <a:cubicBezTo>
                  <a:pt x="1311146" y="301816"/>
                  <a:pt x="1324591" y="312227"/>
                  <a:pt x="1324610" y="325075"/>
                </a:cubicBezTo>
                <a:close/>
                <a:moveTo>
                  <a:pt x="58972" y="476020"/>
                </a:moveTo>
                <a:cubicBezTo>
                  <a:pt x="58972" y="488874"/>
                  <a:pt x="45517" y="499294"/>
                  <a:pt x="28920" y="499294"/>
                </a:cubicBezTo>
                <a:cubicBezTo>
                  <a:pt x="12323" y="499294"/>
                  <a:pt x="-1132" y="488874"/>
                  <a:pt x="-1132" y="476020"/>
                </a:cubicBezTo>
                <a:cubicBezTo>
                  <a:pt x="-1132" y="463167"/>
                  <a:pt x="12323" y="452747"/>
                  <a:pt x="28920" y="452747"/>
                </a:cubicBezTo>
                <a:cubicBezTo>
                  <a:pt x="45510" y="452740"/>
                  <a:pt x="58963" y="463150"/>
                  <a:pt x="58972" y="475998"/>
                </a:cubicBezTo>
                <a:cubicBezTo>
                  <a:pt x="58972" y="476006"/>
                  <a:pt x="58972" y="476013"/>
                  <a:pt x="58972" y="476020"/>
                </a:cubicBezTo>
                <a:close/>
                <a:moveTo>
                  <a:pt x="312113" y="476020"/>
                </a:moveTo>
                <a:cubicBezTo>
                  <a:pt x="312113" y="488874"/>
                  <a:pt x="298659" y="499294"/>
                  <a:pt x="282062" y="499294"/>
                </a:cubicBezTo>
                <a:cubicBezTo>
                  <a:pt x="265466" y="499294"/>
                  <a:pt x="252010" y="488874"/>
                  <a:pt x="252010" y="476020"/>
                </a:cubicBezTo>
                <a:cubicBezTo>
                  <a:pt x="252010" y="463167"/>
                  <a:pt x="265466" y="452747"/>
                  <a:pt x="282062" y="452747"/>
                </a:cubicBezTo>
                <a:cubicBezTo>
                  <a:pt x="298650" y="452762"/>
                  <a:pt x="312095" y="463173"/>
                  <a:pt x="312113" y="476020"/>
                </a:cubicBezTo>
                <a:close/>
                <a:moveTo>
                  <a:pt x="565186" y="476020"/>
                </a:moveTo>
                <a:cubicBezTo>
                  <a:pt x="565186" y="488874"/>
                  <a:pt x="551730" y="499294"/>
                  <a:pt x="535134" y="499294"/>
                </a:cubicBezTo>
                <a:cubicBezTo>
                  <a:pt x="518537" y="499294"/>
                  <a:pt x="505082" y="488874"/>
                  <a:pt x="505082" y="476020"/>
                </a:cubicBezTo>
                <a:cubicBezTo>
                  <a:pt x="505082" y="463167"/>
                  <a:pt x="518537" y="452747"/>
                  <a:pt x="535134" y="452747"/>
                </a:cubicBezTo>
                <a:cubicBezTo>
                  <a:pt x="551723" y="452740"/>
                  <a:pt x="565176" y="463150"/>
                  <a:pt x="565186" y="475998"/>
                </a:cubicBezTo>
                <a:cubicBezTo>
                  <a:pt x="565186" y="476006"/>
                  <a:pt x="565186" y="476013"/>
                  <a:pt x="565186" y="476020"/>
                </a:cubicBezTo>
                <a:close/>
                <a:moveTo>
                  <a:pt x="818327" y="476020"/>
                </a:moveTo>
                <a:cubicBezTo>
                  <a:pt x="818327" y="488874"/>
                  <a:pt x="804873" y="499294"/>
                  <a:pt x="788276" y="499294"/>
                </a:cubicBezTo>
                <a:cubicBezTo>
                  <a:pt x="771678" y="499294"/>
                  <a:pt x="758224" y="488874"/>
                  <a:pt x="758224" y="476020"/>
                </a:cubicBezTo>
                <a:cubicBezTo>
                  <a:pt x="758224" y="463167"/>
                  <a:pt x="771678" y="452747"/>
                  <a:pt x="788276" y="452747"/>
                </a:cubicBezTo>
                <a:cubicBezTo>
                  <a:pt x="804866" y="452740"/>
                  <a:pt x="818318" y="463150"/>
                  <a:pt x="818327" y="475998"/>
                </a:cubicBezTo>
                <a:cubicBezTo>
                  <a:pt x="818327" y="476006"/>
                  <a:pt x="818327" y="476013"/>
                  <a:pt x="818327" y="476020"/>
                </a:cubicBezTo>
                <a:close/>
                <a:moveTo>
                  <a:pt x="1071469" y="476020"/>
                </a:moveTo>
                <a:cubicBezTo>
                  <a:pt x="1071469" y="488874"/>
                  <a:pt x="1058015" y="499294"/>
                  <a:pt x="1041418" y="499294"/>
                </a:cubicBezTo>
                <a:cubicBezTo>
                  <a:pt x="1024821" y="499294"/>
                  <a:pt x="1011366" y="488874"/>
                  <a:pt x="1011366" y="476020"/>
                </a:cubicBezTo>
                <a:cubicBezTo>
                  <a:pt x="1011366" y="463167"/>
                  <a:pt x="1024821" y="452747"/>
                  <a:pt x="1041418" y="452747"/>
                </a:cubicBezTo>
                <a:cubicBezTo>
                  <a:pt x="1058008" y="452740"/>
                  <a:pt x="1071461" y="463150"/>
                  <a:pt x="1071469" y="475998"/>
                </a:cubicBezTo>
                <a:cubicBezTo>
                  <a:pt x="1071469" y="476006"/>
                  <a:pt x="1071469" y="476013"/>
                  <a:pt x="1071469" y="476020"/>
                </a:cubicBezTo>
                <a:close/>
                <a:moveTo>
                  <a:pt x="1324610" y="476020"/>
                </a:moveTo>
                <a:cubicBezTo>
                  <a:pt x="1324610" y="488874"/>
                  <a:pt x="1311155" y="499294"/>
                  <a:pt x="1294558" y="499294"/>
                </a:cubicBezTo>
                <a:cubicBezTo>
                  <a:pt x="1277961" y="499294"/>
                  <a:pt x="1264506" y="488874"/>
                  <a:pt x="1264506" y="476020"/>
                </a:cubicBezTo>
                <a:cubicBezTo>
                  <a:pt x="1264506" y="463167"/>
                  <a:pt x="1277961" y="452747"/>
                  <a:pt x="1294558" y="452747"/>
                </a:cubicBezTo>
                <a:cubicBezTo>
                  <a:pt x="1311146" y="452762"/>
                  <a:pt x="1324591" y="463173"/>
                  <a:pt x="1324610" y="476020"/>
                </a:cubicBezTo>
                <a:close/>
                <a:moveTo>
                  <a:pt x="58972" y="626966"/>
                </a:moveTo>
                <a:cubicBezTo>
                  <a:pt x="58972" y="639820"/>
                  <a:pt x="45517" y="650240"/>
                  <a:pt x="28920" y="650240"/>
                </a:cubicBezTo>
                <a:cubicBezTo>
                  <a:pt x="12323" y="650240"/>
                  <a:pt x="-1132" y="639820"/>
                  <a:pt x="-1132" y="626966"/>
                </a:cubicBezTo>
                <a:cubicBezTo>
                  <a:pt x="-1132" y="614112"/>
                  <a:pt x="12323" y="603692"/>
                  <a:pt x="28920" y="603692"/>
                </a:cubicBezTo>
                <a:cubicBezTo>
                  <a:pt x="45510" y="603686"/>
                  <a:pt x="58963" y="614096"/>
                  <a:pt x="58972" y="626944"/>
                </a:cubicBezTo>
                <a:cubicBezTo>
                  <a:pt x="58972" y="626951"/>
                  <a:pt x="58972" y="626958"/>
                  <a:pt x="58972" y="626966"/>
                </a:cubicBezTo>
                <a:close/>
                <a:moveTo>
                  <a:pt x="312113" y="626966"/>
                </a:moveTo>
                <a:cubicBezTo>
                  <a:pt x="312113" y="639820"/>
                  <a:pt x="298659" y="650240"/>
                  <a:pt x="282062" y="650240"/>
                </a:cubicBezTo>
                <a:cubicBezTo>
                  <a:pt x="265466" y="650240"/>
                  <a:pt x="252010" y="639820"/>
                  <a:pt x="252010" y="626966"/>
                </a:cubicBezTo>
                <a:cubicBezTo>
                  <a:pt x="252010" y="614112"/>
                  <a:pt x="265466" y="603692"/>
                  <a:pt x="282062" y="603692"/>
                </a:cubicBezTo>
                <a:cubicBezTo>
                  <a:pt x="298650" y="603707"/>
                  <a:pt x="312095" y="614119"/>
                  <a:pt x="312113" y="626966"/>
                </a:cubicBezTo>
                <a:close/>
                <a:moveTo>
                  <a:pt x="565186" y="626966"/>
                </a:moveTo>
                <a:cubicBezTo>
                  <a:pt x="565186" y="639820"/>
                  <a:pt x="551730" y="650240"/>
                  <a:pt x="535134" y="650240"/>
                </a:cubicBezTo>
                <a:cubicBezTo>
                  <a:pt x="518537" y="650240"/>
                  <a:pt x="505082" y="639820"/>
                  <a:pt x="505082" y="626966"/>
                </a:cubicBezTo>
                <a:cubicBezTo>
                  <a:pt x="505082" y="614112"/>
                  <a:pt x="518537" y="603692"/>
                  <a:pt x="535134" y="603692"/>
                </a:cubicBezTo>
                <a:cubicBezTo>
                  <a:pt x="551723" y="603686"/>
                  <a:pt x="565176" y="614096"/>
                  <a:pt x="565186" y="626944"/>
                </a:cubicBezTo>
                <a:cubicBezTo>
                  <a:pt x="565186" y="626951"/>
                  <a:pt x="565186" y="626958"/>
                  <a:pt x="565186" y="626966"/>
                </a:cubicBezTo>
                <a:close/>
                <a:moveTo>
                  <a:pt x="818327" y="626966"/>
                </a:moveTo>
                <a:cubicBezTo>
                  <a:pt x="818327" y="639820"/>
                  <a:pt x="804873" y="650240"/>
                  <a:pt x="788276" y="650240"/>
                </a:cubicBezTo>
                <a:cubicBezTo>
                  <a:pt x="771678" y="650240"/>
                  <a:pt x="758224" y="639820"/>
                  <a:pt x="758224" y="626966"/>
                </a:cubicBezTo>
                <a:cubicBezTo>
                  <a:pt x="758224" y="614112"/>
                  <a:pt x="771678" y="603692"/>
                  <a:pt x="788276" y="603692"/>
                </a:cubicBezTo>
                <a:cubicBezTo>
                  <a:pt x="804866" y="603686"/>
                  <a:pt x="818318" y="614096"/>
                  <a:pt x="818327" y="626944"/>
                </a:cubicBezTo>
                <a:cubicBezTo>
                  <a:pt x="818327" y="626951"/>
                  <a:pt x="818327" y="626958"/>
                  <a:pt x="818327" y="626966"/>
                </a:cubicBezTo>
                <a:close/>
                <a:moveTo>
                  <a:pt x="1071469" y="626966"/>
                </a:moveTo>
                <a:cubicBezTo>
                  <a:pt x="1071469" y="639820"/>
                  <a:pt x="1058015" y="650240"/>
                  <a:pt x="1041418" y="650240"/>
                </a:cubicBezTo>
                <a:cubicBezTo>
                  <a:pt x="1024821" y="650240"/>
                  <a:pt x="1011366" y="639820"/>
                  <a:pt x="1011366" y="626966"/>
                </a:cubicBezTo>
                <a:cubicBezTo>
                  <a:pt x="1011366" y="614112"/>
                  <a:pt x="1024821" y="603692"/>
                  <a:pt x="1041418" y="603692"/>
                </a:cubicBezTo>
                <a:cubicBezTo>
                  <a:pt x="1058008" y="603686"/>
                  <a:pt x="1071461" y="614096"/>
                  <a:pt x="1071469" y="626944"/>
                </a:cubicBezTo>
                <a:cubicBezTo>
                  <a:pt x="1071469" y="626951"/>
                  <a:pt x="1071469" y="626958"/>
                  <a:pt x="1071469" y="626966"/>
                </a:cubicBezTo>
                <a:close/>
                <a:moveTo>
                  <a:pt x="1324610" y="626966"/>
                </a:moveTo>
                <a:cubicBezTo>
                  <a:pt x="1324610" y="639820"/>
                  <a:pt x="1311155" y="650240"/>
                  <a:pt x="1294558" y="650240"/>
                </a:cubicBezTo>
                <a:cubicBezTo>
                  <a:pt x="1277961" y="650240"/>
                  <a:pt x="1264506" y="639820"/>
                  <a:pt x="1264506" y="626966"/>
                </a:cubicBezTo>
                <a:cubicBezTo>
                  <a:pt x="1264506" y="614112"/>
                  <a:pt x="1277961" y="603692"/>
                  <a:pt x="1294558" y="603692"/>
                </a:cubicBezTo>
                <a:cubicBezTo>
                  <a:pt x="1311146" y="603707"/>
                  <a:pt x="1324591" y="614119"/>
                  <a:pt x="1324610" y="626966"/>
                </a:cubicBezTo>
                <a:close/>
              </a:path>
            </a:pathLst>
          </a:custGeom>
          <a:solidFill>
            <a:srgbClr val="FFFFFF"/>
          </a:solidFill>
        </p:spPr>
      </p:sp>
    </p:spTree>
  </p:cSld>
  <p:clrMapOvr>
    <a:masterClrMapping/>
  </p:clrMapOvr>
  <p:transition>
    <p:fade/>
  </p:transition>
</p:sld>
</file>

<file path=ppt/tags/tag1.xml><?xml version="1.0" encoding="utf-8"?>
<p:tagLst xmlns:p="http://schemas.openxmlformats.org/presentationml/2006/main">
  <p:tag name="KSO_WM_DIAGRAM_VIRTUALLY_FRAME" val="{&quot;height&quot;:239.74377952755904,&quot;left&quot;:86.25,&quot;top&quot;:126.7,&quot;width&quot;:811.95}"/>
</p:tagLst>
</file>

<file path=ppt/tags/tag2.xml><?xml version="1.0" encoding="utf-8"?>
<p:tagLst xmlns:p="http://schemas.openxmlformats.org/presentationml/2006/main">
  <p:tag name="KSO_WM_DIAGRAM_VIRTUALLY_FRAME" val="{&quot;height&quot;:239.74377952755904,&quot;left&quot;:86.25,&quot;top&quot;:126.7,&quot;width&quot;:811.95}"/>
</p:tagLst>
</file>

<file path=ppt/tags/tag3.xml><?xml version="1.0" encoding="utf-8"?>
<p:tagLst xmlns:p="http://schemas.openxmlformats.org/presentationml/2006/main">
  <p:tag name="KSO_WM_DIAGRAM_VIRTUALLY_FRAME" val="{&quot;height&quot;:239.74377952755904,&quot;left&quot;:86.25,&quot;top&quot;:126.7,&quot;width&quot;:811.95}"/>
</p:tagLst>
</file>

<file path=ppt/tags/tag4.xml><?xml version="1.0" encoding="utf-8"?>
<p:tagLst xmlns:p="http://schemas.openxmlformats.org/presentationml/2006/main">
  <p:tag name="KSO_WM_DIAGRAM_VIRTUALLY_FRAME" val="{&quot;height&quot;:239.74377952755904,&quot;left&quot;:86.25,&quot;top&quot;:126.7,&quot;width&quot;:811.95}"/>
</p:tagLst>
</file>

<file path=ppt/tags/tag5.xml><?xml version="1.0" encoding="utf-8"?>
<p:tagLst xmlns:p="http://schemas.openxmlformats.org/presentationml/2006/main">
  <p:tag name="KSO_WM_DIAGRAM_VIRTUALLY_FRAME" val="{&quot;height&quot;:239.74377952755904,&quot;left&quot;:86.25,&quot;top&quot;:126.7,&quot;width&quot;:811.95}"/>
</p:tagLst>
</file>

<file path=ppt/tags/tag6.xml><?xml version="1.0" encoding="utf-8"?>
<p:tagLst xmlns:p="http://schemas.openxmlformats.org/presentationml/2006/main">
  <p:tag name="KSO_WM_DIAGRAM_VIRTUALLY_FRAME" val="{&quot;height&quot;:239.74377952755904,&quot;left&quot;:86.25,&quot;top&quot;:126.7,&quot;width&quot;:811.95}"/>
</p:tagLst>
</file>

<file path=ppt/tags/tag7.xml><?xml version="1.0" encoding="utf-8"?>
<p:tagLst xmlns:p="http://schemas.openxmlformats.org/presentationml/2006/main">
  <p:tag name="KSO_WM_DIAGRAM_VIRTUALLY_FRAME" val="{&quot;height&quot;:424.7,&quot;left&quot;:289.15,&quot;top&quot;:74.4,&quot;width&quot;:611.15}"/>
</p:tagLst>
</file>

<file path=ppt/tags/tag8.xml><?xml version="1.0" encoding="utf-8"?>
<p:tagLst xmlns:p="http://schemas.openxmlformats.org/presentationml/2006/main">
  <p:tag name="KSO_WM_DIAGRAM_VIRTUALLY_FRAME" val="{&quot;height&quot;:424.7,&quot;left&quot;:289.15,&quot;top&quot;:74.4,&quot;width&quot;:611.15}"/>
</p:tagLst>
</file>

<file path=ppt/tags/tag9.xml><?xml version="1.0" encoding="utf-8"?>
<p:tagLst xmlns:p="http://schemas.openxmlformats.org/presentationml/2006/main">
  <p:tag name="KSO_WM_DIAGRAM_VIRTUALLY_FRAME" val="{&quot;height&quot;:424.7,&quot;left&quot;:289.15,&quot;top&quot;:74.4,&quot;width&quot;:611.15}"/>
</p:tagLst>
</file>

<file path=ppt/tags/tag10.xml><?xml version="1.0" encoding="utf-8"?>
<p:tagLst xmlns:p="http://schemas.openxmlformats.org/presentationml/2006/main">
  <p:tag name="KSO_WM_DIAGRAM_VIRTUALLY_FRAME" val="{&quot;height&quot;:424.7,&quot;left&quot;:289.15,&quot;top&quot;:74.4,&quot;width&quot;:611.15}"/>
</p:tagLst>
</file>

<file path=ppt/tags/tag11.xml><?xml version="1.0" encoding="utf-8"?>
<p:tagLst xmlns:p="http://schemas.openxmlformats.org/presentationml/2006/main">
  <p:tag name="KSO_WM_DIAGRAM_VIRTUALLY_FRAME" val="{&quot;height&quot;:424.7,&quot;left&quot;:289.15,&quot;top&quot;:74.4,&quot;width&quot;:611.15}"/>
</p:tagLst>
</file>

<file path=ppt/tags/tag12.xml><?xml version="1.0" encoding="utf-8"?>
<p:tagLst xmlns:p="http://schemas.openxmlformats.org/presentationml/2006/main">
  <p:tag name="KSO_WM_DIAGRAM_VIRTUALLY_FRAME" val="{&quot;height&quot;:424.7,&quot;left&quot;:289.15,&quot;top&quot;:74.4,&quot;width&quot;:611.15}"/>
</p:tagLst>
</file>

<file path=ppt/tags/tag13.xml><?xml version="1.0" encoding="utf-8"?>
<p:tagLst xmlns:p="http://schemas.openxmlformats.org/presentationml/2006/main">
  <p:tag name="KSO_WM_DIAGRAM_VIRTUALLY_FRAME" val="{&quot;height&quot;:385.40622047244096,&quot;left&quot;:71.45,&quot;top&quot;:97.15,&quot;width&quot;:628.95}"/>
</p:tagLst>
</file>

<file path=ppt/tags/tag14.xml><?xml version="1.0" encoding="utf-8"?>
<p:tagLst xmlns:p="http://schemas.openxmlformats.org/presentationml/2006/main">
  <p:tag name="KSO_WM_DIAGRAM_VIRTUALLY_FRAME" val="{&quot;height&quot;:385.40622047244096,&quot;left&quot;:71.45,&quot;top&quot;:97.15,&quot;width&quot;:628.95}"/>
</p:tagLst>
</file>

<file path=ppt/tags/tag15.xml><?xml version="1.0" encoding="utf-8"?>
<p:tagLst xmlns:p="http://schemas.openxmlformats.org/presentationml/2006/main">
  <p:tag name="KSO_WM_DIAGRAM_VIRTUALLY_FRAME" val="{&quot;height&quot;:385.40622047244096,&quot;left&quot;:71.45,&quot;top&quot;:97.15,&quot;width&quot;:628.95}"/>
</p:tagLst>
</file>

<file path=ppt/tags/tag16.xml><?xml version="1.0" encoding="utf-8"?>
<p:tagLst xmlns:p="http://schemas.openxmlformats.org/presentationml/2006/main">
  <p:tag name="KSO_WM_DIAGRAM_VIRTUALLY_FRAME" val="{&quot;height&quot;:385.40622047244096,&quot;left&quot;:71.45,&quot;top&quot;:97.15,&quot;width&quot;:628.95}"/>
</p:tagLst>
</file>

<file path=ppt/tags/tag17.xml><?xml version="1.0" encoding="utf-8"?>
<p:tagLst xmlns:p="http://schemas.openxmlformats.org/presentationml/2006/main">
  <p:tag name="KSO_WM_DIAGRAM_VIRTUALLY_FRAME" val="{&quot;height&quot;:385.40622047244096,&quot;left&quot;:71.45,&quot;top&quot;:97.15,&quot;width&quot;:628.95}"/>
</p:tagLst>
</file>

<file path=ppt/tags/tag18.xml><?xml version="1.0" encoding="utf-8"?>
<p:tagLst xmlns:p="http://schemas.openxmlformats.org/presentationml/2006/main">
  <p:tag name="KSO_WM_DIAGRAM_VIRTUALLY_FRAME" val="{&quot;height&quot;:385.40622047244096,&quot;left&quot;:71.45,&quot;top&quot;:97.15,&quot;width&quot;:628.95}"/>
</p:tagLst>
</file>

<file path=ppt/tags/tag19.xml><?xml version="1.0" encoding="utf-8"?>
<p:tagLst xmlns:p="http://schemas.openxmlformats.org/presentationml/2006/main">
  <p:tag name="KSO_WM_DIAGRAM_VIRTUALLY_FRAME" val="{&quot;height&quot;:385.40622047244096,&quot;left&quot;:71.45,&quot;top&quot;:97.15,&quot;width&quot;:628.95}"/>
</p:tagLst>
</file>

<file path=ppt/tags/tag20.xml><?xml version="1.0" encoding="utf-8"?>
<p:tagLst xmlns:p="http://schemas.openxmlformats.org/presentationml/2006/main">
  <p:tag name="KSO_WM_DIAGRAM_VIRTUALLY_FRAME" val="{&quot;height&quot;:385.40622047244096,&quot;left&quot;:71.45,&quot;top&quot;:97.15,&quot;width&quot;:628.95}"/>
</p:tagLst>
</file>

<file path=ppt/tags/tag21.xml><?xml version="1.0" encoding="utf-8"?>
<p:tagLst xmlns:p="http://schemas.openxmlformats.org/presentationml/2006/main">
  <p:tag name="KSO_WM_DIAGRAM_VIRTUALLY_FRAME" val="{&quot;height&quot;:333.9,&quot;left&quot;:40.8,&quot;top&quot;:121.3,&quot;width&quot;:887.05}"/>
</p:tagLst>
</file>

<file path=ppt/tags/tag22.xml><?xml version="1.0" encoding="utf-8"?>
<p:tagLst xmlns:p="http://schemas.openxmlformats.org/presentationml/2006/main">
  <p:tag name="KSO_WM_DIAGRAM_VIRTUALLY_FRAME" val="{&quot;height&quot;:333.9,&quot;left&quot;:40.8,&quot;top&quot;:121.3,&quot;width&quot;:887.05}"/>
</p:tagLst>
</file>

<file path=ppt/tags/tag23.xml><?xml version="1.0" encoding="utf-8"?>
<p:tagLst xmlns:p="http://schemas.openxmlformats.org/presentationml/2006/main">
  <p:tag name="KSO_WM_DIAGRAM_VIRTUALLY_FRAME" val="{&quot;height&quot;:333.9,&quot;left&quot;:40.8,&quot;top&quot;:121.3,&quot;width&quot;:887.05}"/>
</p:tagLst>
</file>

<file path=ppt/tags/tag24.xml><?xml version="1.0" encoding="utf-8"?>
<p:tagLst xmlns:p="http://schemas.openxmlformats.org/presentationml/2006/main">
  <p:tag name="KSO_WM_DIAGRAM_VIRTUALLY_FRAME" val="{&quot;height&quot;:333.9,&quot;left&quot;:40.8,&quot;top&quot;:121.3,&quot;width&quot;:887.05}"/>
</p:tagLst>
</file>

<file path=ppt/tags/tag25.xml><?xml version="1.0" encoding="utf-8"?>
<p:tagLst xmlns:p="http://schemas.openxmlformats.org/presentationml/2006/main">
  <p:tag name="KSO_WM_DIAGRAM_VIRTUALLY_FRAME" val="{&quot;height&quot;:333.9,&quot;left&quot;:40.8,&quot;top&quot;:121.3,&quot;width&quot;:887.05}"/>
</p:tagLst>
</file>

<file path=ppt/tags/tag26.xml><?xml version="1.0" encoding="utf-8"?>
<p:tagLst xmlns:p="http://schemas.openxmlformats.org/presentationml/2006/main">
  <p:tag name="KSO_WM_DIAGRAM_VIRTUALLY_FRAME" val="{&quot;height&quot;:333.9,&quot;left&quot;:40.8,&quot;top&quot;:121.3,&quot;width&quot;:887.05}"/>
</p:tagLst>
</file>

<file path=ppt/tags/tag27.xml><?xml version="1.0" encoding="utf-8"?>
<p:tagLst xmlns:p="http://schemas.openxmlformats.org/presentationml/2006/main">
  <p:tag name="KSO_WM_DIAGRAM_VIRTUALLY_FRAME" val="{&quot;height&quot;:333.9,&quot;left&quot;:40.8,&quot;top&quot;:121.3,&quot;width&quot;:887.05}"/>
</p:tagLst>
</file>

<file path=ppt/tags/tag28.xml><?xml version="1.0" encoding="utf-8"?>
<p:tagLst xmlns:p="http://schemas.openxmlformats.org/presentationml/2006/main">
  <p:tag name="KSO_WM_DIAGRAM_VIRTUALLY_FRAME" val="{&quot;height&quot;:333.9,&quot;left&quot;:40.8,&quot;top&quot;:121.3,&quot;width&quot;:887.05}"/>
</p:tagLst>
</file>

<file path=ppt/tags/tag29.xml><?xml version="1.0" encoding="utf-8"?>
<p:tagLst xmlns:p="http://schemas.openxmlformats.org/presentationml/2006/main">
  <p:tag name="KSO_WM_DIAGRAM_VIRTUALLY_FRAME" val="{&quot;height&quot;:333.9,&quot;left&quot;:40.8,&quot;top&quot;:121.3,&quot;width&quot;:887.05}"/>
</p:tagLst>
</file>

<file path=ppt/tags/tag30.xml><?xml version="1.0" encoding="utf-8"?>
<p:tagLst xmlns:p="http://schemas.openxmlformats.org/presentationml/2006/main">
  <p:tag name="KSO_WM_DIAGRAM_VIRTUALLY_FRAME" val="{&quot;height&quot;:333.9,&quot;left&quot;:40.8,&quot;top&quot;:121.3,&quot;width&quot;:887.05}"/>
</p:tagLst>
</file>

<file path=ppt/tags/tag31.xml><?xml version="1.0" encoding="utf-8"?>
<p:tagLst xmlns:p="http://schemas.openxmlformats.org/presentationml/2006/main">
  <p:tag name="KSO_WM_DIAGRAM_VIRTUALLY_FRAME" val="{&quot;height&quot;:333.9,&quot;left&quot;:40.8,&quot;top&quot;:121.3,&quot;width&quot;:887.05}"/>
</p:tagLst>
</file>

<file path=ppt/tags/tag32.xml><?xml version="1.0" encoding="utf-8"?>
<p:tagLst xmlns:p="http://schemas.openxmlformats.org/presentationml/2006/main">
  <p:tag name="KSO_WM_DIAGRAM_VIRTUALLY_FRAME" val="{&quot;height&quot;:333.9,&quot;left&quot;:40.8,&quot;top&quot;:121.3,&quot;width&quot;:887.05}"/>
</p:tagLst>
</file>

<file path=ppt/tags/tag33.xml><?xml version="1.0" encoding="utf-8"?>
<p:tagLst xmlns:p="http://schemas.openxmlformats.org/presentationml/2006/main">
  <p:tag name="KSO_WM_DIAGRAM_VIRTUALLY_FRAME" val="{&quot;height&quot;:333.9,&quot;left&quot;:40.8,&quot;top&quot;:121.3,&quot;width&quot;:887.05}"/>
</p:tagLst>
</file>

<file path=ppt/tags/tag34.xml><?xml version="1.0" encoding="utf-8"?>
<p:tagLst xmlns:p="http://schemas.openxmlformats.org/presentationml/2006/main">
  <p:tag name="KSO_WM_DIAGRAM_VIRTUALLY_FRAME" val="{&quot;height&quot;:333.9,&quot;left&quot;:40.8,&quot;top&quot;:121.3,&quot;width&quot;:887.05}"/>
</p:tagLst>
</file>

<file path=ppt/tags/tag35.xml><?xml version="1.0" encoding="utf-8"?>
<p:tagLst xmlns:p="http://schemas.openxmlformats.org/presentationml/2006/main">
  <p:tag name="KSO_WM_DIAGRAM_VIRTUALLY_FRAME" val="{&quot;height&quot;:333.9,&quot;left&quot;:40.8,&quot;top&quot;:121.3,&quot;width&quot;:887.05}"/>
</p:tagLst>
</file>

<file path=ppt/tags/tag36.xml><?xml version="1.0" encoding="utf-8"?>
<p:tagLst xmlns:p="http://schemas.openxmlformats.org/presentationml/2006/main">
  <p:tag name="KSO_WM_DIAGRAM_VIRTUALLY_FRAME" val="{&quot;height&quot;:333.9,&quot;left&quot;:40.8,&quot;top&quot;:121.3,&quot;width&quot;:887.05}"/>
</p:tagLst>
</file>

<file path=ppt/tags/tag37.xml><?xml version="1.0" encoding="utf-8"?>
<p:tagLst xmlns:p="http://schemas.openxmlformats.org/presentationml/2006/main">
  <p:tag name="KSO_WM_DIAGRAM_VIRTUALLY_FRAME" val="{&quot;height&quot;:290.95,&quot;left&quot;:52.2,&quot;top&quot;:100.4,&quot;width&quot;:858.15}"/>
</p:tagLst>
</file>

<file path=ppt/tags/tag38.xml><?xml version="1.0" encoding="utf-8"?>
<p:tagLst xmlns:p="http://schemas.openxmlformats.org/presentationml/2006/main">
  <p:tag name="KSO_WM_DIAGRAM_VIRTUALLY_FRAME" val="{&quot;height&quot;:400.1,&quot;left&quot;:46.15,&quot;top&quot;:100.4,&quot;width&quot;:864.2}"/>
</p:tagLst>
</file>

<file path=ppt/tags/tag39.xml><?xml version="1.0" encoding="utf-8"?>
<p:tagLst xmlns:p="http://schemas.openxmlformats.org/presentationml/2006/main">
  <p:tag name="KSO_WM_DIAGRAM_VIRTUALLY_FRAME" val="{&quot;height&quot;:400.1,&quot;left&quot;:46.15,&quot;top&quot;:100.4,&quot;width&quot;:864.2}"/>
</p:tagLst>
</file>

<file path=ppt/tags/tag40.xml><?xml version="1.0" encoding="utf-8"?>
<p:tagLst xmlns:p="http://schemas.openxmlformats.org/presentationml/2006/main">
  <p:tag name="KSO_WM_DIAGRAM_VIRTUALLY_FRAME" val="{&quot;height&quot;:400.1,&quot;left&quot;:46.15,&quot;top&quot;:100.4,&quot;width&quot;:864.2}"/>
</p:tagLst>
</file>

<file path=ppt/tags/tag41.xml><?xml version="1.0" encoding="utf-8"?>
<p:tagLst xmlns:p="http://schemas.openxmlformats.org/presentationml/2006/main">
  <p:tag name="KSO_WM_DIAGRAM_VIRTUALLY_FRAME" val="{&quot;height&quot;:400.1,&quot;left&quot;:46.15,&quot;top&quot;:100.4,&quot;width&quot;:864.2}"/>
</p:tagLst>
</file>

<file path=ppt/tags/tag42.xml><?xml version="1.0" encoding="utf-8"?>
<p:tagLst xmlns:p="http://schemas.openxmlformats.org/presentationml/2006/main">
  <p:tag name="KSO_WM_DIAGRAM_VIRTUALLY_FRAME" val="{&quot;height&quot;:400.1,&quot;left&quot;:46.15,&quot;top&quot;:100.4,&quot;width&quot;:864.2}"/>
</p:tagLst>
</file>

<file path=ppt/tags/tag43.xml><?xml version="1.0" encoding="utf-8"?>
<p:tagLst xmlns:p="http://schemas.openxmlformats.org/presentationml/2006/main">
  <p:tag name="KSO_WM_DIAGRAM_VIRTUALLY_FRAME" val="{&quot;height&quot;:400.1,&quot;left&quot;:46.15,&quot;top&quot;:100.4,&quot;width&quot;:864.2}"/>
</p:tagLst>
</file>

<file path=ppt/tags/tag44.xml><?xml version="1.0" encoding="utf-8"?>
<p:tagLst xmlns:p="http://schemas.openxmlformats.org/presentationml/2006/main">
  <p:tag name="KSO_WM_DIAGRAM_VIRTUALLY_FRAME" val="{&quot;height&quot;:400.1,&quot;left&quot;:46.15,&quot;top&quot;:100.4,&quot;width&quot;:864.2}"/>
</p:tagLst>
</file>

<file path=ppt/tags/tag45.xml><?xml version="1.0" encoding="utf-8"?>
<p:tagLst xmlns:p="http://schemas.openxmlformats.org/presentationml/2006/main">
  <p:tag name="KSO_WM_DIAGRAM_VIRTUALLY_FRAME" val="{&quot;height&quot;:400.1,&quot;left&quot;:46.15,&quot;top&quot;:100.4,&quot;width&quot;:864.2}"/>
</p:tagLst>
</file>

<file path=ppt/tags/tag46.xml><?xml version="1.0" encoding="utf-8"?>
<p:tagLst xmlns:p="http://schemas.openxmlformats.org/presentationml/2006/main">
  <p:tag name="KSO_WM_DIAGRAM_VIRTUALLY_FRAME" val="{&quot;height&quot;:290.95,&quot;left&quot;:52.2,&quot;top&quot;:100.4,&quot;width&quot;:858.15}"/>
</p:tagLst>
</file>

<file path=ppt/tags/tag47.xml><?xml version="1.0" encoding="utf-8"?>
<p:tagLst xmlns:p="http://schemas.openxmlformats.org/presentationml/2006/main">
  <p:tag name="KSO_WM_DIAGRAM_VIRTUALLY_FRAME" val="{&quot;height&quot;:290.95,&quot;left&quot;:52.2,&quot;top&quot;:100.4,&quot;width&quot;:858.15}"/>
</p:tagLst>
</file>

<file path=ppt/tags/tag48.xml><?xml version="1.0" encoding="utf-8"?>
<p:tagLst xmlns:p="http://schemas.openxmlformats.org/presentationml/2006/main">
  <p:tag name="KSO_WM_DIAGRAM_VIRTUALLY_FRAME" val="{&quot;height&quot;:400.1,&quot;left&quot;:46.15,&quot;top&quot;:100.4,&quot;width&quot;:864.2}"/>
</p:tagLst>
</file>

<file path=ppt/tags/tag49.xml><?xml version="1.0" encoding="utf-8"?>
<p:tagLst xmlns:p="http://schemas.openxmlformats.org/presentationml/2006/main">
  <p:tag name="KSO_WM_DIAGRAM_VIRTUALLY_FRAME" val="{&quot;height&quot;:400.1,&quot;left&quot;:46.15,&quot;top&quot;:100.4,&quot;width&quot;:864.2}"/>
</p:tagLst>
</file>

<file path=ppt/tags/tag50.xml><?xml version="1.0" encoding="utf-8"?>
<p:tagLst xmlns:p="http://schemas.openxmlformats.org/presentationml/2006/main">
  <p:tag name="KSO_WM_DIAGRAM_VIRTUALLY_FRAME" val="{&quot;height&quot;:400.1,&quot;left&quot;:46.15,&quot;top&quot;:100.4,&quot;width&quot;:864.2}"/>
</p:tagLst>
</file>

<file path=ppt/tags/tag51.xml><?xml version="1.0" encoding="utf-8"?>
<p:tagLst xmlns:p="http://schemas.openxmlformats.org/presentationml/2006/main">
  <p:tag name="KSO_WM_DIAGRAM_VIRTUALLY_FRAME" val="{&quot;height&quot;:400.1,&quot;left&quot;:46.15,&quot;top&quot;:100.4,&quot;width&quot;:864.2}"/>
</p:tagLst>
</file>

<file path=ppt/tags/tag52.xml><?xml version="1.0" encoding="utf-8"?>
<p:tagLst xmlns:p="http://schemas.openxmlformats.org/presentationml/2006/main">
  <p:tag name="KSO_WM_DIAGRAM_VIRTUALLY_FRAME" val="{&quot;height&quot;:376.58125984251967,&quot;left&quot;:58.6,&quot;top&quot;:84.7,&quot;width&quot;:419.6}"/>
</p:tagLst>
</file>

<file path=ppt/tags/tag53.xml><?xml version="1.0" encoding="utf-8"?>
<p:tagLst xmlns:p="http://schemas.openxmlformats.org/presentationml/2006/main">
  <p:tag name="KSO_WM_DIAGRAM_VIRTUALLY_FRAME" val="{&quot;height&quot;:376.58125984251967,&quot;left&quot;:58.6,&quot;top&quot;:84.7,&quot;width&quot;:419.6}"/>
</p:tagLst>
</file>

<file path=ppt/tags/tag54.xml><?xml version="1.0" encoding="utf-8"?>
<p:tagLst xmlns:p="http://schemas.openxmlformats.org/presentationml/2006/main">
  <p:tag name="KSO_WM_DIAGRAM_VIRTUALLY_FRAME" val="{&quot;height&quot;:376.58125984251967,&quot;left&quot;:58.6,&quot;top&quot;:84.7,&quot;width&quot;:419.6}"/>
</p:tagLst>
</file>

<file path=ppt/tags/tag55.xml><?xml version="1.0" encoding="utf-8"?>
<p:tagLst xmlns:p="http://schemas.openxmlformats.org/presentationml/2006/main">
  <p:tag name="KSO_WM_DIAGRAM_VIRTUALLY_FRAME" val="{&quot;height&quot;:376.58125984251967,&quot;left&quot;:58.6,&quot;top&quot;:84.7,&quot;width&quot;:419.6}"/>
</p:tagLst>
</file>

<file path=ppt/tags/tag56.xml><?xml version="1.0" encoding="utf-8"?>
<p:tagLst xmlns:p="http://schemas.openxmlformats.org/presentationml/2006/main">
  <p:tag name="KSO_WM_DIAGRAM_VIRTUALLY_FRAME" val="{&quot;height&quot;:376.58125984251967,&quot;left&quot;:58.6,&quot;top&quot;:84.7,&quot;width&quot;:419.6}"/>
</p:tagLst>
</file>

<file path=ppt/tags/tag57.xml><?xml version="1.0" encoding="utf-8"?>
<p:tagLst xmlns:p="http://schemas.openxmlformats.org/presentationml/2006/main">
  <p:tag name="KSO_WM_DIAGRAM_VIRTUALLY_FRAME" val="{&quot;height&quot;:376.58125984251967,&quot;left&quot;:58.6,&quot;top&quot;:84.7,&quot;width&quot;:419.6}"/>
</p:tagLst>
</file>

<file path=ppt/tags/tag58.xml><?xml version="1.0" encoding="utf-8"?>
<p:tagLst xmlns:p="http://schemas.openxmlformats.org/presentationml/2006/main">
  <p:tag name="KSO_WM_DIAGRAM_VIRTUALLY_FRAME" val="{&quot;height&quot;:431.825,&quot;left&quot;:0.025,&quot;top&quot;:108.2,&quot;width&quot;:960.5}"/>
</p:tagLst>
</file>

<file path=ppt/tags/tag59.xml><?xml version="1.0" encoding="utf-8"?>
<p:tagLst xmlns:p="http://schemas.openxmlformats.org/presentationml/2006/main">
  <p:tag name="KSO_WM_DIAGRAM_VIRTUALLY_FRAME" val="{&quot;height&quot;:431.825,&quot;left&quot;:0.025,&quot;top&quot;:108.2,&quot;width&quot;:960.5}"/>
</p:tagLst>
</file>

<file path=ppt/tags/tag60.xml><?xml version="1.0" encoding="utf-8"?>
<p:tagLst xmlns:p="http://schemas.openxmlformats.org/presentationml/2006/main">
  <p:tag name="KSO_WM_DIAGRAM_VIRTUALLY_FRAME" val="{&quot;height&quot;:431.825,&quot;left&quot;:0.025,&quot;top&quot;:108.2,&quot;width&quot;:960.5}"/>
</p:tagLst>
</file>

<file path=ppt/tags/tag61.xml><?xml version="1.0" encoding="utf-8"?>
<p:tagLst xmlns:p="http://schemas.openxmlformats.org/presentationml/2006/main">
  <p:tag name="KSO_WM_DIAGRAM_VIRTUALLY_FRAME" val="{&quot;height&quot;:431.825,&quot;left&quot;:0.025,&quot;top&quot;:108.2,&quot;width&quot;:960.5}"/>
</p:tagLst>
</file>

<file path=ppt/tags/tag62.xml><?xml version="1.0" encoding="utf-8"?>
<p:tagLst xmlns:p="http://schemas.openxmlformats.org/presentationml/2006/main">
  <p:tag name="KSO_WM_DIAGRAM_VIRTUALLY_FRAME" val="{&quot;height&quot;:431.825,&quot;left&quot;:0.025,&quot;top&quot;:108.2,&quot;width&quot;:960.5}"/>
</p:tagLst>
</file>

<file path=ppt/tags/tag63.xml><?xml version="1.0" encoding="utf-8"?>
<p:tagLst xmlns:p="http://schemas.openxmlformats.org/presentationml/2006/main">
  <p:tag name="KSO_WM_DIAGRAM_VIRTUALLY_FRAME" val="{&quot;height&quot;:431.825,&quot;left&quot;:0.025,&quot;top&quot;:108.2,&quot;width&quot;:960.5}"/>
</p:tagLst>
</file>

<file path=ppt/tags/tag64.xml><?xml version="1.0" encoding="utf-8"?>
<p:tagLst xmlns:p="http://schemas.openxmlformats.org/presentationml/2006/main">
  <p:tag name="KSO_WM_DIAGRAM_VIRTUALLY_FRAME" val="{&quot;height&quot;:431.825,&quot;left&quot;:0.025,&quot;top&quot;:108.2,&quot;width&quot;:960.5}"/>
</p:tagLst>
</file>

<file path=ppt/tags/tag65.xml><?xml version="1.0" encoding="utf-8"?>
<p:tagLst xmlns:p="http://schemas.openxmlformats.org/presentationml/2006/main">
  <p:tag name="KSO_WM_DIAGRAM_VIRTUALLY_FRAME" val="{&quot;height&quot;:431.825,&quot;left&quot;:0.025,&quot;top&quot;:108.2,&quot;width&quot;:960.5}"/>
</p:tagLst>
</file>

<file path=ppt/tags/tag66.xml><?xml version="1.0" encoding="utf-8"?>
<p:tagLst xmlns:p="http://schemas.openxmlformats.org/presentationml/2006/main">
  <p:tag name="KSO_WM_DIAGRAM_VIRTUALLY_FRAME" val="{&quot;height&quot;:431.825,&quot;left&quot;:0.025,&quot;top&quot;:108.2,&quot;width&quot;:960.5}"/>
</p:tagLst>
</file>

<file path=ppt/tags/tag67.xml><?xml version="1.0" encoding="utf-8"?>
<p:tagLst xmlns:p="http://schemas.openxmlformats.org/presentationml/2006/main">
  <p:tag name="KSO_WM_DIAGRAM_VIRTUALLY_FRAME" val="{&quot;height&quot;:431.825,&quot;left&quot;:0.025,&quot;top&quot;:108.2,&quot;width&quot;:960.5}"/>
</p:tagLst>
</file>

<file path=ppt/tags/tag68.xml><?xml version="1.0" encoding="utf-8"?>
<p:tagLst xmlns:p="http://schemas.openxmlformats.org/presentationml/2006/main">
  <p:tag name="KSO_WM_DIAGRAM_VIRTUALLY_FRAME" val="{&quot;height&quot;:186.2249606299212,&quot;left&quot;:101.7,&quot;top&quot;:212.25,&quot;width&quot;:741.5}"/>
</p:tagLst>
</file>

<file path=ppt/tags/tag69.xml><?xml version="1.0" encoding="utf-8"?>
<p:tagLst xmlns:p="http://schemas.openxmlformats.org/presentationml/2006/main">
  <p:tag name="KSO_WM_DIAGRAM_VIRTUALLY_FRAME" val="{&quot;height&quot;:186.2249606299212,&quot;left&quot;:101.7,&quot;top&quot;:212.25,&quot;width&quot;:741.5}"/>
</p:tagLst>
</file>

<file path=ppt/tags/tag70.xml><?xml version="1.0" encoding="utf-8"?>
<p:tagLst xmlns:p="http://schemas.openxmlformats.org/presentationml/2006/main">
  <p:tag name="KSO_WM_DIAGRAM_VIRTUALLY_FRAME" val="{&quot;height&quot;:186.2249606299212,&quot;left&quot;:101.7,&quot;top&quot;:212.25,&quot;width&quot;:741.5}"/>
</p:tagLst>
</file>

<file path=ppt/tags/tag71.xml><?xml version="1.0" encoding="utf-8"?>
<p:tagLst xmlns:p="http://schemas.openxmlformats.org/presentationml/2006/main">
  <p:tag name="KSO_WM_DIAGRAM_VIRTUALLY_FRAME" val="{&quot;height&quot;:186.2249606299212,&quot;left&quot;:101.7,&quot;top&quot;:212.25,&quot;width&quot;:741.5}"/>
</p:tagLst>
</file>

<file path=ppt/tags/tag72.xml><?xml version="1.0" encoding="utf-8"?>
<p:tagLst xmlns:p="http://schemas.openxmlformats.org/presentationml/2006/main">
  <p:tag name="KSO_WM_DIAGRAM_VIRTUALLY_FRAME" val="{&quot;height&quot;:186.2249606299212,&quot;left&quot;:101.7,&quot;top&quot;:212.25,&quot;width&quot;:741.5}"/>
</p:tagLst>
</file>

<file path=ppt/tags/tag73.xml><?xml version="1.0" encoding="utf-8"?>
<p:tagLst xmlns:p="http://schemas.openxmlformats.org/presentationml/2006/main">
  <p:tag name="KSO_WM_DIAGRAM_VIRTUALLY_FRAME" val="{&quot;height&quot;:186.2249606299212,&quot;left&quot;:101.7,&quot;top&quot;:212.25,&quot;width&quot;:741.5}"/>
</p:tagLst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2835</Words>
  <Application>WPS 演示</Application>
  <PresentationFormat>On-screen Show (16:9)</PresentationFormat>
  <Paragraphs>225</Paragraphs>
  <Slides>20</Slides>
  <Notes>21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31" baseType="lpstr">
      <vt:lpstr>Arial</vt:lpstr>
      <vt:lpstr>宋体</vt:lpstr>
      <vt:lpstr>Wingdings</vt:lpstr>
      <vt:lpstr>MiSans</vt:lpstr>
      <vt:lpstr>MiSans</vt:lpstr>
      <vt:lpstr>Calibri</vt:lpstr>
      <vt:lpstr>微软雅黑</vt:lpstr>
      <vt:lpstr>Arial Unicode MS</vt:lpstr>
      <vt:lpstr>等线</vt:lpstr>
      <vt:lpstr>Wingdings</vt:lpstr>
      <vt:lpstr>Custom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Moonshot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当燃宜宾·龙虎同行——五粮液仙林校企营销传播大赛方案</dc:title>
  <dc:creator>Kimi</dc:creator>
  <dc:subject>当燃宜宾·龙虎同行——五粮液仙林校企营销传播大赛方案</dc:subject>
  <cp:lastModifiedBy>张白羽</cp:lastModifiedBy>
  <cp:revision>11</cp:revision>
  <dcterms:created xsi:type="dcterms:W3CDTF">2026-04-02T06:26:00Z</dcterms:created>
  <dcterms:modified xsi:type="dcterms:W3CDTF">2026-04-09T13:21:28Z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当燃宜宾·龙虎同行——五粮液仙林校企营销传播大赛方案","ContentProducer":"001191110108MACG2KBH8F10000","ProduceID":"19d4cde4-44e2-815a-8000-0000f843fff1","ReservedCode1":"","ContentPropagator":"001191110108MACG2KBH8F20000","PropagateID":"19d4cde4-44e2-815a-8000-0000f843fff1","ReservedCode2":""}</vt:lpwstr>
  </property>
  <property fmtid="{D5CDD505-2E9C-101B-9397-08002B2CF9AE}" pid="3" name="KSOProductBuildVer">
    <vt:lpwstr>2052-12.1.0.25225</vt:lpwstr>
  </property>
  <property fmtid="{D5CDD505-2E9C-101B-9397-08002B2CF9AE}" pid="4" name="ICV">
    <vt:lpwstr>D62BA85BE82648D48C8FFAFB2DDA31BF_13</vt:lpwstr>
  </property>
</Properties>
</file>